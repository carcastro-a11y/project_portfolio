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Alata"/>
      <p:regular r:id="rId20"/>
    </p:embeddedFont>
    <p:embeddedFont>
      <p:font typeface="Assistant"/>
      <p:regular r:id="rId21"/>
      <p:bold r:id="rId22"/>
    </p:embeddedFont>
    <p:embeddedFont>
      <p:font typeface="Bayon"/>
      <p:regular r:id="rId23"/>
    </p:embeddedFont>
    <p:embeddedFont>
      <p:font typeface="PT Sans"/>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7EC16D8-0DE4-4C31-9C52-2EFB3DCA7034}">
  <a:tblStyle styleId="{F7EC16D8-0DE4-4C31-9C52-2EFB3DCA703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Alata-regular.fntdata"/><Relationship Id="rId22" Type="http://schemas.openxmlformats.org/officeDocument/2006/relationships/font" Target="fonts/Assistant-bold.fntdata"/><Relationship Id="rId21" Type="http://schemas.openxmlformats.org/officeDocument/2006/relationships/font" Target="fonts/Assistant-regular.fntdata"/><Relationship Id="rId24" Type="http://schemas.openxmlformats.org/officeDocument/2006/relationships/font" Target="fonts/PTSans-regular.fntdata"/><Relationship Id="rId23" Type="http://schemas.openxmlformats.org/officeDocument/2006/relationships/font" Target="fonts/Bayon-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TSans-italic.fntdata"/><Relationship Id="rId25" Type="http://schemas.openxmlformats.org/officeDocument/2006/relationships/font" Target="fonts/PTSans-bold.fntdata"/><Relationship Id="rId27" Type="http://schemas.openxmlformats.org/officeDocument/2006/relationships/font" Target="fonts/PT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136d0515b23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136d0515b23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99f2f57a7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99f2f57a7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chemeClr val="dk1"/>
              </a:solidFill>
              <a:latin typeface="Assistant"/>
              <a:ea typeface="Assistant"/>
              <a:cs typeface="Assistant"/>
              <a:sym typeface="Assistant"/>
            </a:endParaRPr>
          </a:p>
          <a:p>
            <a:pPr indent="0" lvl="0" marL="0" rtl="0" algn="l">
              <a:spcBef>
                <a:spcPts val="0"/>
              </a:spcBef>
              <a:spcAft>
                <a:spcPts val="0"/>
              </a:spcAft>
              <a:buNone/>
            </a:pPr>
            <a:r>
              <a:rPr lang="en" sz="1600">
                <a:solidFill>
                  <a:schemeClr val="dk1"/>
                </a:solidFill>
                <a:latin typeface="Assistant"/>
                <a:ea typeface="Assistant"/>
                <a:cs typeface="Assistant"/>
                <a:sym typeface="Assistant"/>
              </a:rPr>
              <a:t>Regulatory Issues:</a:t>
            </a:r>
            <a:endParaRPr sz="1600">
              <a:solidFill>
                <a:schemeClr val="dk1"/>
              </a:solidFill>
              <a:latin typeface="Assistant"/>
              <a:ea typeface="Assistant"/>
              <a:cs typeface="Assistant"/>
              <a:sym typeface="Assistant"/>
            </a:endParaRPr>
          </a:p>
          <a:p>
            <a:pPr indent="-330200" lvl="0" marL="457200" rtl="0" algn="l">
              <a:lnSpc>
                <a:spcPct val="200000"/>
              </a:lnSpc>
              <a:spcBef>
                <a:spcPts val="0"/>
              </a:spcBef>
              <a:spcAft>
                <a:spcPts val="0"/>
              </a:spcAft>
              <a:buClr>
                <a:schemeClr val="dk1"/>
              </a:buClr>
              <a:buSzPts val="1600"/>
              <a:buFont typeface="Assistant"/>
              <a:buChar char="-"/>
            </a:pPr>
            <a:r>
              <a:rPr lang="en" sz="1200">
                <a:solidFill>
                  <a:schemeClr val="dk1"/>
                </a:solidFill>
                <a:latin typeface="Times New Roman"/>
                <a:ea typeface="Times New Roman"/>
                <a:cs typeface="Times New Roman"/>
                <a:sym typeface="Times New Roman"/>
              </a:rPr>
              <a:t> PeopleSoft has access to thousands of students' academic outcomes. In its current form, the sanctity of this data and personal privacy are not a concern. However, ensuring that this data remains private if changes are made to the current PeopleSoft software is a regulatory concern under regulations enforced by FERPAt.</a:t>
            </a:r>
            <a:endParaRPr sz="1600">
              <a:solidFill>
                <a:schemeClr val="dk1"/>
              </a:solidFill>
              <a:latin typeface="Assistant"/>
              <a:ea typeface="Assistant"/>
              <a:cs typeface="Assistant"/>
              <a:sym typeface="Assistant"/>
            </a:endParaRPr>
          </a:p>
          <a:p>
            <a:pPr indent="0" lvl="0" marL="0" rtl="0" algn="l">
              <a:spcBef>
                <a:spcPts val="0"/>
              </a:spcBef>
              <a:spcAft>
                <a:spcPts val="0"/>
              </a:spcAft>
              <a:buClr>
                <a:schemeClr val="dk1"/>
              </a:buClr>
              <a:buSzPts val="1100"/>
              <a:buFont typeface="Arial"/>
              <a:buNone/>
            </a:pPr>
            <a:r>
              <a:t/>
            </a:r>
            <a:endParaRPr sz="1600">
              <a:solidFill>
                <a:schemeClr val="dk1"/>
              </a:solidFill>
              <a:latin typeface="Assistant"/>
              <a:ea typeface="Assistant"/>
              <a:cs typeface="Assistant"/>
              <a:sym typeface="Assistant"/>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bd6c00e730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bd6c00e730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Needs to be described in a quantifiable manner: </a:t>
            </a:r>
            <a:r>
              <a:rPr lang="en" sz="1200">
                <a:solidFill>
                  <a:srgbClr val="231F20"/>
                </a:solidFill>
                <a:highlight>
                  <a:srgbClr val="FFFFFF"/>
                </a:highlight>
              </a:rPr>
              <a:t>This means that you should be able to describe the impairment in terms of production inefficiencies in units, number of customers served in each period, amount of revenue lost or unrealized etc.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99f2f57a71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99f2f57a71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23adda9a671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23adda9a67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3adda9a671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23adda9a671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1eaa92b55c_5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1eaa92b55c_5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f7d89ae380_1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f7d89ae380_1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Mention lauri citation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20a261cfd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20a261cfd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Testing accounts for over 50% of time used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1eaa92b55c_5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21eaa92b55c_5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1eaa92b55c_5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21eaa92b55c_5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45720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Rank - Also, taking the average cost of the five top private universities in America, we found that the average cost was around $85,000, similar to Chapman’s annual costs (Niche, 2023; MIT, 2023; Guillory, 2022; Princeton, 2023; Harvard, 2023; Yale, 2023). So, it is reasonable to conclude that universities like Chapman should strive for higher rankings to ensure they can continue charging premium tuition.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23ccaca4559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23ccaca4559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457200" lvl="0" marL="0" rtl="0" algn="l">
              <a:lnSpc>
                <a:spcPct val="200000"/>
              </a:lnSpc>
              <a:spcBef>
                <a:spcPts val="0"/>
              </a:spcBef>
              <a:spcAft>
                <a:spcPts val="0"/>
              </a:spcAft>
              <a:buNone/>
            </a:pPr>
            <a:r>
              <a:rPr lang="en" sz="1200">
                <a:solidFill>
                  <a:schemeClr val="dk1"/>
                </a:solidFill>
                <a:latin typeface="Times New Roman"/>
                <a:ea typeface="Times New Roman"/>
                <a:cs typeface="Times New Roman"/>
                <a:sym typeface="Times New Roman"/>
              </a:rPr>
              <a:t>Rank - Also, taking the average cost of the five top private universities in America, we found that the average cost was around $85,000, similar to Chapman’s annual costs (Niche, 2023; MIT, 2023; Guillory, 2022; Princeton, 2023; Harvard, 2023; Yale, 2023). So, it is reasonable to conclude that universities like Chapman should strive for higher rankings to ensure they can continue charging premium tuition.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23db33be20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23db33be20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21eaa92b55c_5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21eaa92b55c_5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flipH="1">
            <a:off x="713090" y="540000"/>
            <a:ext cx="6306900" cy="2673000"/>
          </a:xfrm>
          <a:prstGeom prst="rect">
            <a:avLst/>
          </a:prstGeom>
          <a:noFill/>
        </p:spPr>
        <p:txBody>
          <a:bodyPr anchorCtr="0" anchor="ctr" bIns="91425" lIns="91425" spcFirstLastPara="1" rIns="91425" wrap="square" tIns="91425">
            <a:noAutofit/>
          </a:bodyPr>
          <a:lstStyle>
            <a:lvl1pPr lvl="0" algn="l">
              <a:lnSpc>
                <a:spcPct val="90000"/>
              </a:lnSpc>
              <a:spcBef>
                <a:spcPts val="0"/>
              </a:spcBef>
              <a:spcAft>
                <a:spcPts val="0"/>
              </a:spcAft>
              <a:buSzPts val="5200"/>
              <a:buNone/>
              <a:defRPr sz="5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flipH="1">
            <a:off x="713090" y="3124174"/>
            <a:ext cx="4232700" cy="475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 name="Google Shape;11;p2"/>
          <p:cNvSpPr/>
          <p:nvPr/>
        </p:nvSpPr>
        <p:spPr>
          <a:xfrm flipH="1" rot="5400000">
            <a:off x="1412492" y="-4513656"/>
            <a:ext cx="5241789" cy="12182122"/>
          </a:xfrm>
          <a:custGeom>
            <a:rect b="b" l="l" r="r" t="t"/>
            <a:pathLst>
              <a:path extrusionOk="0" h="44967" w="19349">
                <a:moveTo>
                  <a:pt x="1" y="1"/>
                </a:moveTo>
                <a:lnTo>
                  <a:pt x="1" y="4004"/>
                </a:lnTo>
                <a:cubicBezTo>
                  <a:pt x="7873" y="4671"/>
                  <a:pt x="14144" y="11409"/>
                  <a:pt x="14144" y="19348"/>
                </a:cubicBezTo>
                <a:lnTo>
                  <a:pt x="14144" y="39329"/>
                </a:lnTo>
                <a:lnTo>
                  <a:pt x="12843" y="39329"/>
                </a:lnTo>
                <a:lnTo>
                  <a:pt x="16079" y="44966"/>
                </a:lnTo>
                <a:lnTo>
                  <a:pt x="19348" y="39329"/>
                </a:lnTo>
                <a:lnTo>
                  <a:pt x="18047" y="39329"/>
                </a:lnTo>
                <a:lnTo>
                  <a:pt x="18114" y="19348"/>
                </a:lnTo>
                <a:cubicBezTo>
                  <a:pt x="18114" y="9174"/>
                  <a:pt x="10041" y="66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2022367" y="-7431"/>
            <a:ext cx="5241789" cy="12182122"/>
          </a:xfrm>
          <a:custGeom>
            <a:rect b="b" l="l" r="r" t="t"/>
            <a:pathLst>
              <a:path extrusionOk="0" h="44967" w="19349">
                <a:moveTo>
                  <a:pt x="1" y="1"/>
                </a:moveTo>
                <a:lnTo>
                  <a:pt x="1" y="4004"/>
                </a:lnTo>
                <a:cubicBezTo>
                  <a:pt x="7873" y="4671"/>
                  <a:pt x="14144" y="11409"/>
                  <a:pt x="14144" y="19348"/>
                </a:cubicBezTo>
                <a:lnTo>
                  <a:pt x="14144" y="39329"/>
                </a:lnTo>
                <a:lnTo>
                  <a:pt x="12843" y="39329"/>
                </a:lnTo>
                <a:lnTo>
                  <a:pt x="16079" y="44966"/>
                </a:lnTo>
                <a:lnTo>
                  <a:pt x="19348" y="39329"/>
                </a:lnTo>
                <a:lnTo>
                  <a:pt x="18047" y="39329"/>
                </a:lnTo>
                <a:lnTo>
                  <a:pt x="18114" y="19348"/>
                </a:lnTo>
                <a:cubicBezTo>
                  <a:pt x="18114" y="9174"/>
                  <a:pt x="10041" y="66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 name="Google Shape;13;p2"/>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grpSp>
        <p:nvGrpSpPr>
          <p:cNvPr id="15" name="Google Shape;15;p3"/>
          <p:cNvGrpSpPr/>
          <p:nvPr/>
        </p:nvGrpSpPr>
        <p:grpSpPr>
          <a:xfrm>
            <a:off x="-35650" y="226431"/>
            <a:ext cx="4503843" cy="5374418"/>
            <a:chOff x="116750" y="6"/>
            <a:chExt cx="4503843" cy="5374418"/>
          </a:xfrm>
        </p:grpSpPr>
        <p:sp>
          <p:nvSpPr>
            <p:cNvPr id="16" name="Google Shape;16;p3"/>
            <p:cNvSpPr/>
            <p:nvPr/>
          </p:nvSpPr>
          <p:spPr>
            <a:xfrm flipH="1" rot="10800000">
              <a:off x="1896628" y="6"/>
              <a:ext cx="809158" cy="2076716"/>
            </a:xfrm>
            <a:custGeom>
              <a:rect b="b" l="l" r="r" t="t"/>
              <a:pathLst>
                <a:path extrusionOk="0" h="17981" w="7006">
                  <a:moveTo>
                    <a:pt x="1369" y="1"/>
                  </a:moveTo>
                  <a:lnTo>
                    <a:pt x="1369" y="11943"/>
                  </a:lnTo>
                  <a:lnTo>
                    <a:pt x="1" y="11943"/>
                  </a:lnTo>
                  <a:lnTo>
                    <a:pt x="3503" y="17980"/>
                  </a:lnTo>
                  <a:lnTo>
                    <a:pt x="7006" y="11943"/>
                  </a:lnTo>
                  <a:lnTo>
                    <a:pt x="5605" y="11943"/>
                  </a:lnTo>
                  <a:lnTo>
                    <a:pt x="56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flipH="1" rot="10800000">
              <a:off x="116750" y="1826071"/>
              <a:ext cx="4503843" cy="3548353"/>
            </a:xfrm>
            <a:custGeom>
              <a:rect b="b" l="l" r="r" t="t"/>
              <a:pathLst>
                <a:path extrusionOk="0" h="30723" w="38996">
                  <a:moveTo>
                    <a:pt x="1" y="0"/>
                  </a:moveTo>
                  <a:lnTo>
                    <a:pt x="1" y="8907"/>
                  </a:lnTo>
                  <a:cubicBezTo>
                    <a:pt x="201" y="20181"/>
                    <a:pt x="9541" y="29321"/>
                    <a:pt x="20816" y="29321"/>
                  </a:cubicBezTo>
                  <a:lnTo>
                    <a:pt x="32924" y="29255"/>
                  </a:lnTo>
                  <a:lnTo>
                    <a:pt x="32924" y="29255"/>
                  </a:lnTo>
                  <a:lnTo>
                    <a:pt x="32924" y="30722"/>
                  </a:lnTo>
                  <a:lnTo>
                    <a:pt x="38995" y="27220"/>
                  </a:lnTo>
                  <a:lnTo>
                    <a:pt x="32924" y="23717"/>
                  </a:lnTo>
                  <a:lnTo>
                    <a:pt x="32924" y="25085"/>
                  </a:lnTo>
                  <a:lnTo>
                    <a:pt x="20749" y="25051"/>
                  </a:lnTo>
                  <a:cubicBezTo>
                    <a:pt x="11909" y="25051"/>
                    <a:pt x="4504" y="17846"/>
                    <a:pt x="4237" y="8973"/>
                  </a:cubicBezTo>
                  <a:lnTo>
                    <a:pt x="42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8" name="Google Shape;18;p3"/>
          <p:cNvPicPr preferRelativeResize="0"/>
          <p:nvPr/>
        </p:nvPicPr>
        <p:blipFill>
          <a:blip r:embed="rId2">
            <a:alphaModFix amt="8000"/>
          </a:blip>
          <a:stretch>
            <a:fillRect/>
          </a:stretch>
        </p:blipFill>
        <p:spPr>
          <a:xfrm flipH="1">
            <a:off x="-22225" y="-23064"/>
            <a:ext cx="9144000" cy="5186500"/>
          </a:xfrm>
          <a:prstGeom prst="rect">
            <a:avLst/>
          </a:prstGeom>
          <a:noFill/>
          <a:ln>
            <a:noFill/>
          </a:ln>
        </p:spPr>
      </p:pic>
      <p:sp>
        <p:nvSpPr>
          <p:cNvPr id="19" name="Google Shape;19;p3"/>
          <p:cNvSpPr txBox="1"/>
          <p:nvPr>
            <p:ph type="title"/>
          </p:nvPr>
        </p:nvSpPr>
        <p:spPr>
          <a:xfrm>
            <a:off x="4886718" y="2037811"/>
            <a:ext cx="3520200" cy="1541400"/>
          </a:xfrm>
          <a:prstGeom prst="rect">
            <a:avLst/>
          </a:prstGeom>
        </p:spPr>
        <p:txBody>
          <a:bodyPr anchorCtr="0" anchor="ctr" bIns="91425" lIns="91425" spcFirstLastPara="1" rIns="91425" wrap="square" tIns="91425">
            <a:noAutofit/>
          </a:bodyPr>
          <a:lstStyle>
            <a:lvl1pPr lvl="0" algn="l">
              <a:spcBef>
                <a:spcPts val="0"/>
              </a:spcBef>
              <a:spcAft>
                <a:spcPts val="0"/>
              </a:spcAft>
              <a:buSzPts val="3600"/>
              <a:buNone/>
              <a:defRPr sz="4500">
                <a:solidFill>
                  <a:schemeClr val="dk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0" name="Google Shape;20;p3"/>
          <p:cNvSpPr txBox="1"/>
          <p:nvPr>
            <p:ph hasCustomPrompt="1" idx="2" type="title"/>
          </p:nvPr>
        </p:nvSpPr>
        <p:spPr>
          <a:xfrm>
            <a:off x="4886724" y="1056342"/>
            <a:ext cx="1504200" cy="8418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1" name="Google Shape;21;p3"/>
          <p:cNvSpPr txBox="1"/>
          <p:nvPr>
            <p:ph idx="1" type="subTitle"/>
          </p:nvPr>
        </p:nvSpPr>
        <p:spPr>
          <a:xfrm>
            <a:off x="4886718" y="3579336"/>
            <a:ext cx="3520200" cy="408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4"/>
          <p:cNvSpPr txBox="1"/>
          <p:nvPr>
            <p:ph type="title"/>
          </p:nvPr>
        </p:nvSpPr>
        <p:spPr>
          <a:xfrm>
            <a:off x="720000" y="539400"/>
            <a:ext cx="77040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 name="Google Shape;24;p4"/>
          <p:cNvSpPr txBox="1"/>
          <p:nvPr>
            <p:ph idx="1" type="body"/>
          </p:nvPr>
        </p:nvSpPr>
        <p:spPr>
          <a:xfrm>
            <a:off x="720000" y="1106323"/>
            <a:ext cx="7704000" cy="4782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AutoNum type="arabicPeriod"/>
              <a:defRPr sz="1200"/>
            </a:lvl1pPr>
            <a:lvl2pPr indent="-304800" lvl="1" marL="914400" rtl="0">
              <a:lnSpc>
                <a:spcPct val="115000"/>
              </a:lnSpc>
              <a:spcBef>
                <a:spcPts val="0"/>
              </a:spcBef>
              <a:spcAft>
                <a:spcPts val="0"/>
              </a:spcAft>
              <a:buSzPts val="1200"/>
              <a:buFont typeface="Roboto Condensed Light"/>
              <a:buAutoNum type="alphaLcPeriod"/>
              <a:defRPr/>
            </a:lvl2pPr>
            <a:lvl3pPr indent="-304800" lvl="2" marL="1371600" rtl="0">
              <a:lnSpc>
                <a:spcPct val="115000"/>
              </a:lnSpc>
              <a:spcBef>
                <a:spcPts val="0"/>
              </a:spcBef>
              <a:spcAft>
                <a:spcPts val="0"/>
              </a:spcAft>
              <a:buSzPts val="1200"/>
              <a:buFont typeface="Roboto Condensed Light"/>
              <a:buAutoNum type="romanLcPeriod"/>
              <a:defRPr/>
            </a:lvl3pPr>
            <a:lvl4pPr indent="-304800" lvl="3" marL="1828800" rtl="0">
              <a:lnSpc>
                <a:spcPct val="115000"/>
              </a:lnSpc>
              <a:spcBef>
                <a:spcPts val="0"/>
              </a:spcBef>
              <a:spcAft>
                <a:spcPts val="0"/>
              </a:spcAft>
              <a:buSzPts val="1200"/>
              <a:buFont typeface="Roboto Condensed Light"/>
              <a:buAutoNum type="arabicPeriod"/>
              <a:defRPr/>
            </a:lvl4pPr>
            <a:lvl5pPr indent="-304800" lvl="4" marL="2286000" rtl="0">
              <a:lnSpc>
                <a:spcPct val="115000"/>
              </a:lnSpc>
              <a:spcBef>
                <a:spcPts val="0"/>
              </a:spcBef>
              <a:spcAft>
                <a:spcPts val="0"/>
              </a:spcAft>
              <a:buSzPts val="1200"/>
              <a:buFont typeface="Roboto Condensed Light"/>
              <a:buAutoNum type="alphaLcPeriod"/>
              <a:defRPr/>
            </a:lvl5pPr>
            <a:lvl6pPr indent="-304800" lvl="5" marL="2743200" rtl="0">
              <a:lnSpc>
                <a:spcPct val="115000"/>
              </a:lnSpc>
              <a:spcBef>
                <a:spcPts val="0"/>
              </a:spcBef>
              <a:spcAft>
                <a:spcPts val="0"/>
              </a:spcAft>
              <a:buSzPts val="1200"/>
              <a:buFont typeface="Roboto Condensed Light"/>
              <a:buAutoNum type="romanLcPeriod"/>
              <a:defRPr/>
            </a:lvl6pPr>
            <a:lvl7pPr indent="-304800" lvl="6" marL="3200400" rtl="0">
              <a:lnSpc>
                <a:spcPct val="115000"/>
              </a:lnSpc>
              <a:spcBef>
                <a:spcPts val="0"/>
              </a:spcBef>
              <a:spcAft>
                <a:spcPts val="0"/>
              </a:spcAft>
              <a:buSzPts val="1200"/>
              <a:buFont typeface="Roboto Condensed Light"/>
              <a:buAutoNum type="arabicPeriod"/>
              <a:defRPr/>
            </a:lvl7pPr>
            <a:lvl8pPr indent="-304800" lvl="7" marL="3657600" rtl="0">
              <a:lnSpc>
                <a:spcPct val="115000"/>
              </a:lnSpc>
              <a:spcBef>
                <a:spcPts val="0"/>
              </a:spcBef>
              <a:spcAft>
                <a:spcPts val="0"/>
              </a:spcAft>
              <a:buSzPts val="1200"/>
              <a:buFont typeface="Roboto Condensed Light"/>
              <a:buAutoNum type="alphaLcPeriod"/>
              <a:defRPr/>
            </a:lvl8pPr>
            <a:lvl9pPr indent="-304800" lvl="8" marL="4114800" rtl="0">
              <a:lnSpc>
                <a:spcPct val="115000"/>
              </a:lnSpc>
              <a:spcBef>
                <a:spcPts val="0"/>
              </a:spcBef>
              <a:spcAft>
                <a:spcPts val="0"/>
              </a:spcAft>
              <a:buSzPts val="1200"/>
              <a:buFont typeface="Roboto Condensed Light"/>
              <a:buAutoNum type="romanLcPeriod"/>
              <a:defRPr/>
            </a:lvl9pPr>
          </a:lstStyle>
          <a:p/>
        </p:txBody>
      </p:sp>
      <p:grpSp>
        <p:nvGrpSpPr>
          <p:cNvPr id="25" name="Google Shape;25;p4"/>
          <p:cNvGrpSpPr/>
          <p:nvPr/>
        </p:nvGrpSpPr>
        <p:grpSpPr>
          <a:xfrm flipH="1" rot="-5400000">
            <a:off x="-873049" y="1057522"/>
            <a:ext cx="5098113" cy="2956468"/>
            <a:chOff x="3968860" y="656575"/>
            <a:chExt cx="5098113" cy="2956468"/>
          </a:xfrm>
        </p:grpSpPr>
        <p:sp>
          <p:nvSpPr>
            <p:cNvPr id="26" name="Google Shape;26;p4"/>
            <p:cNvSpPr/>
            <p:nvPr/>
          </p:nvSpPr>
          <p:spPr>
            <a:xfrm>
              <a:off x="7794825" y="656575"/>
              <a:ext cx="1272148" cy="2956468"/>
            </a:xfrm>
            <a:custGeom>
              <a:rect b="b" l="l" r="r" t="t"/>
              <a:pathLst>
                <a:path extrusionOk="0" h="44967" w="19349">
                  <a:moveTo>
                    <a:pt x="1" y="1"/>
                  </a:moveTo>
                  <a:lnTo>
                    <a:pt x="1" y="4004"/>
                  </a:lnTo>
                  <a:cubicBezTo>
                    <a:pt x="7873" y="4671"/>
                    <a:pt x="14144" y="11409"/>
                    <a:pt x="14144" y="19348"/>
                  </a:cubicBezTo>
                  <a:lnTo>
                    <a:pt x="14144" y="39329"/>
                  </a:lnTo>
                  <a:lnTo>
                    <a:pt x="12843" y="39329"/>
                  </a:lnTo>
                  <a:lnTo>
                    <a:pt x="16079" y="44966"/>
                  </a:lnTo>
                  <a:lnTo>
                    <a:pt x="19348" y="39329"/>
                  </a:lnTo>
                  <a:lnTo>
                    <a:pt x="18047" y="39329"/>
                  </a:lnTo>
                  <a:lnTo>
                    <a:pt x="18114" y="19348"/>
                  </a:lnTo>
                  <a:cubicBezTo>
                    <a:pt x="18114" y="9174"/>
                    <a:pt x="10041" y="66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3968860" y="656577"/>
              <a:ext cx="3840300" cy="26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8" name="Google Shape;28;p4"/>
          <p:cNvPicPr preferRelativeResize="0"/>
          <p:nvPr/>
        </p:nvPicPr>
        <p:blipFill>
          <a:blip r:embed="rId2">
            <a:alphaModFix amt="8000"/>
          </a:blip>
          <a:stretch>
            <a:fillRect/>
          </a:stretch>
        </p:blipFill>
        <p:spPr>
          <a:xfrm flipH="1">
            <a:off x="11002" y="-43000"/>
            <a:ext cx="9144000" cy="51865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grpSp>
        <p:nvGrpSpPr>
          <p:cNvPr id="30" name="Google Shape;30;p5"/>
          <p:cNvGrpSpPr/>
          <p:nvPr/>
        </p:nvGrpSpPr>
        <p:grpSpPr>
          <a:xfrm flipH="1">
            <a:off x="99089" y="2087017"/>
            <a:ext cx="8931989" cy="5850191"/>
            <a:chOff x="22889" y="29617"/>
            <a:chExt cx="8931989" cy="5850191"/>
          </a:xfrm>
        </p:grpSpPr>
        <p:grpSp>
          <p:nvGrpSpPr>
            <p:cNvPr id="31" name="Google Shape;31;p5"/>
            <p:cNvGrpSpPr/>
            <p:nvPr/>
          </p:nvGrpSpPr>
          <p:grpSpPr>
            <a:xfrm>
              <a:off x="22889" y="29617"/>
              <a:ext cx="6532542" cy="5850191"/>
              <a:chOff x="22889" y="29617"/>
              <a:chExt cx="6532542" cy="5850191"/>
            </a:xfrm>
          </p:grpSpPr>
          <p:grpSp>
            <p:nvGrpSpPr>
              <p:cNvPr id="32" name="Google Shape;32;p5"/>
              <p:cNvGrpSpPr/>
              <p:nvPr/>
            </p:nvGrpSpPr>
            <p:grpSpPr>
              <a:xfrm rot="-5400000">
                <a:off x="-2436928" y="2489435"/>
                <a:ext cx="5850191" cy="930556"/>
                <a:chOff x="5854966" y="4569231"/>
                <a:chExt cx="2743220" cy="436369"/>
              </a:xfrm>
            </p:grpSpPr>
            <p:sp>
              <p:nvSpPr>
                <p:cNvPr id="33" name="Google Shape;33;p5"/>
                <p:cNvSpPr/>
                <p:nvPr/>
              </p:nvSpPr>
              <p:spPr>
                <a:xfrm rot="-5400000">
                  <a:off x="7817646" y="4225060"/>
                  <a:ext cx="436369" cy="1124712"/>
                </a:xfrm>
                <a:custGeom>
                  <a:rect b="b" l="l" r="r" t="t"/>
                  <a:pathLst>
                    <a:path extrusionOk="0" h="17981" w="7006">
                      <a:moveTo>
                        <a:pt x="1369" y="1"/>
                      </a:moveTo>
                      <a:lnTo>
                        <a:pt x="1369" y="11943"/>
                      </a:lnTo>
                      <a:lnTo>
                        <a:pt x="1" y="11943"/>
                      </a:lnTo>
                      <a:lnTo>
                        <a:pt x="3503" y="17980"/>
                      </a:lnTo>
                      <a:lnTo>
                        <a:pt x="7006" y="11943"/>
                      </a:lnTo>
                      <a:lnTo>
                        <a:pt x="5605" y="11943"/>
                      </a:lnTo>
                      <a:lnTo>
                        <a:pt x="56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5"/>
                <p:cNvSpPr/>
                <p:nvPr/>
              </p:nvSpPr>
              <p:spPr>
                <a:xfrm flipH="1">
                  <a:off x="5854966" y="4654528"/>
                  <a:ext cx="1694700" cy="265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5"/>
              <p:cNvSpPr/>
              <p:nvPr/>
            </p:nvSpPr>
            <p:spPr>
              <a:xfrm rot="-5400000">
                <a:off x="2010782" y="24226"/>
                <a:ext cx="2734449" cy="6354849"/>
              </a:xfrm>
              <a:custGeom>
                <a:rect b="b" l="l" r="r" t="t"/>
                <a:pathLst>
                  <a:path extrusionOk="0" h="44967" w="19349">
                    <a:moveTo>
                      <a:pt x="1" y="1"/>
                    </a:moveTo>
                    <a:lnTo>
                      <a:pt x="1" y="4004"/>
                    </a:lnTo>
                    <a:cubicBezTo>
                      <a:pt x="7873" y="4671"/>
                      <a:pt x="14144" y="11409"/>
                      <a:pt x="14144" y="19348"/>
                    </a:cubicBezTo>
                    <a:lnTo>
                      <a:pt x="14144" y="39329"/>
                    </a:lnTo>
                    <a:lnTo>
                      <a:pt x="12843" y="39329"/>
                    </a:lnTo>
                    <a:lnTo>
                      <a:pt x="16079" y="44966"/>
                    </a:lnTo>
                    <a:lnTo>
                      <a:pt x="19348" y="39329"/>
                    </a:lnTo>
                    <a:lnTo>
                      <a:pt x="18047" y="39329"/>
                    </a:lnTo>
                    <a:lnTo>
                      <a:pt x="18114" y="19348"/>
                    </a:lnTo>
                    <a:cubicBezTo>
                      <a:pt x="18114" y="9174"/>
                      <a:pt x="10041" y="66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p:nvPr/>
          </p:nvSpPr>
          <p:spPr>
            <a:xfrm>
              <a:off x="5630400" y="1742400"/>
              <a:ext cx="924900" cy="12240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4932000" y="2023200"/>
              <a:ext cx="2527200" cy="5487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flipH="1" rot="-5400000">
              <a:off x="7319564" y="1123061"/>
              <a:ext cx="917050" cy="2353578"/>
            </a:xfrm>
            <a:custGeom>
              <a:rect b="b" l="l" r="r" t="t"/>
              <a:pathLst>
                <a:path extrusionOk="0" h="17981" w="7006">
                  <a:moveTo>
                    <a:pt x="1369" y="1"/>
                  </a:moveTo>
                  <a:lnTo>
                    <a:pt x="1369" y="11943"/>
                  </a:lnTo>
                  <a:lnTo>
                    <a:pt x="1" y="11943"/>
                  </a:lnTo>
                  <a:lnTo>
                    <a:pt x="3503" y="17980"/>
                  </a:lnTo>
                  <a:lnTo>
                    <a:pt x="7006" y="11943"/>
                  </a:lnTo>
                  <a:lnTo>
                    <a:pt x="5605" y="11943"/>
                  </a:lnTo>
                  <a:lnTo>
                    <a:pt x="56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9" name="Google Shape;39;p5"/>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
        <p:nvSpPr>
          <p:cNvPr id="40" name="Google Shape;40;p5"/>
          <p:cNvSpPr txBox="1"/>
          <p:nvPr>
            <p:ph type="title"/>
          </p:nvPr>
        </p:nvSpPr>
        <p:spPr>
          <a:xfrm>
            <a:off x="720000" y="539400"/>
            <a:ext cx="77040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1" name="Google Shape;41;p5"/>
          <p:cNvSpPr txBox="1"/>
          <p:nvPr>
            <p:ph idx="1" type="body"/>
          </p:nvPr>
        </p:nvSpPr>
        <p:spPr>
          <a:xfrm>
            <a:off x="720000" y="1101450"/>
            <a:ext cx="3852000" cy="2480400"/>
          </a:xfrm>
          <a:prstGeom prst="rect">
            <a:avLst/>
          </a:prstGeom>
        </p:spPr>
        <p:txBody>
          <a:bodyPr anchorCtr="0" anchor="t" bIns="91425" lIns="91425" spcFirstLastPara="1" rIns="91425" wrap="square" tIns="91425">
            <a:noAutofit/>
          </a:bodyPr>
          <a:lstStyle>
            <a:lvl1pPr indent="-292100" lvl="0" marL="457200" rtl="0">
              <a:lnSpc>
                <a:spcPct val="100000"/>
              </a:lnSpc>
              <a:spcBef>
                <a:spcPts val="0"/>
              </a:spcBef>
              <a:spcAft>
                <a:spcPts val="0"/>
              </a:spcAft>
              <a:buSzPts val="1000"/>
              <a:buChar char="●"/>
              <a:defRPr sz="1250"/>
            </a:lvl1pPr>
            <a:lvl2pPr indent="-304800" lvl="1" marL="914400" rtl="0">
              <a:lnSpc>
                <a:spcPct val="115000"/>
              </a:lnSpc>
              <a:spcBef>
                <a:spcPts val="0"/>
              </a:spcBef>
              <a:spcAft>
                <a:spcPts val="0"/>
              </a:spcAft>
              <a:buSzPts val="1200"/>
              <a:buFont typeface="Roboto Condensed Light"/>
              <a:buChar char="○"/>
              <a:defRPr/>
            </a:lvl2pPr>
            <a:lvl3pPr indent="-304800" lvl="2" marL="1371600" rtl="0">
              <a:lnSpc>
                <a:spcPct val="115000"/>
              </a:lnSpc>
              <a:spcBef>
                <a:spcPts val="0"/>
              </a:spcBef>
              <a:spcAft>
                <a:spcPts val="0"/>
              </a:spcAft>
              <a:buSzPts val="1200"/>
              <a:buFont typeface="Roboto Condensed Light"/>
              <a:buChar char="■"/>
              <a:defRPr/>
            </a:lvl3pPr>
            <a:lvl4pPr indent="-304800" lvl="3" marL="1828800" rtl="0">
              <a:lnSpc>
                <a:spcPct val="115000"/>
              </a:lnSpc>
              <a:spcBef>
                <a:spcPts val="0"/>
              </a:spcBef>
              <a:spcAft>
                <a:spcPts val="0"/>
              </a:spcAft>
              <a:buSzPts val="1200"/>
              <a:buFont typeface="Roboto Condensed Light"/>
              <a:buChar char="●"/>
              <a:defRPr/>
            </a:lvl4pPr>
            <a:lvl5pPr indent="-304800" lvl="4" marL="2286000" rtl="0">
              <a:lnSpc>
                <a:spcPct val="115000"/>
              </a:lnSpc>
              <a:spcBef>
                <a:spcPts val="0"/>
              </a:spcBef>
              <a:spcAft>
                <a:spcPts val="0"/>
              </a:spcAft>
              <a:buSzPts val="1200"/>
              <a:buFont typeface="Roboto Condensed Light"/>
              <a:buChar char="○"/>
              <a:defRPr/>
            </a:lvl5pPr>
            <a:lvl6pPr indent="-304800" lvl="5" marL="2743200" rtl="0">
              <a:lnSpc>
                <a:spcPct val="115000"/>
              </a:lnSpc>
              <a:spcBef>
                <a:spcPts val="0"/>
              </a:spcBef>
              <a:spcAft>
                <a:spcPts val="0"/>
              </a:spcAft>
              <a:buSzPts val="1200"/>
              <a:buFont typeface="Roboto Condensed Light"/>
              <a:buChar char="■"/>
              <a:defRPr/>
            </a:lvl6pPr>
            <a:lvl7pPr indent="-304800" lvl="6" marL="3200400" rtl="0">
              <a:lnSpc>
                <a:spcPct val="115000"/>
              </a:lnSpc>
              <a:spcBef>
                <a:spcPts val="0"/>
              </a:spcBef>
              <a:spcAft>
                <a:spcPts val="0"/>
              </a:spcAft>
              <a:buSzPts val="1200"/>
              <a:buFont typeface="Roboto Condensed Light"/>
              <a:buChar char="●"/>
              <a:defRPr/>
            </a:lvl7pPr>
            <a:lvl8pPr indent="-304800" lvl="7" marL="3657600" rtl="0">
              <a:lnSpc>
                <a:spcPct val="115000"/>
              </a:lnSpc>
              <a:spcBef>
                <a:spcPts val="0"/>
              </a:spcBef>
              <a:spcAft>
                <a:spcPts val="0"/>
              </a:spcAft>
              <a:buSzPts val="1200"/>
              <a:buFont typeface="Roboto Condensed Light"/>
              <a:buChar char="○"/>
              <a:defRPr/>
            </a:lvl8pPr>
            <a:lvl9pPr indent="-304800" lvl="8" marL="4114800" rtl="0">
              <a:lnSpc>
                <a:spcPct val="115000"/>
              </a:lnSpc>
              <a:spcBef>
                <a:spcPts val="0"/>
              </a:spcBef>
              <a:spcAft>
                <a:spcPts val="0"/>
              </a:spcAft>
              <a:buSzPts val="1200"/>
              <a:buFont typeface="Roboto Condensed Light"/>
              <a:buChar char="■"/>
              <a:defRPr/>
            </a:lvl9pPr>
          </a:lstStyle>
          <a:p/>
        </p:txBody>
      </p:sp>
      <p:sp>
        <p:nvSpPr>
          <p:cNvPr id="42" name="Google Shape;42;p5"/>
          <p:cNvSpPr txBox="1"/>
          <p:nvPr>
            <p:ph idx="2" type="body"/>
          </p:nvPr>
        </p:nvSpPr>
        <p:spPr>
          <a:xfrm>
            <a:off x="4572000" y="1768639"/>
            <a:ext cx="3852000" cy="20220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sz="125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720000" y="539400"/>
            <a:ext cx="77040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45" name="Google Shape;45;p6"/>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grpSp>
        <p:nvGrpSpPr>
          <p:cNvPr id="47" name="Google Shape;47;p7"/>
          <p:cNvGrpSpPr/>
          <p:nvPr/>
        </p:nvGrpSpPr>
        <p:grpSpPr>
          <a:xfrm rot="10800000">
            <a:off x="-1606416" y="-1302522"/>
            <a:ext cx="6083155" cy="5989695"/>
            <a:chOff x="5171375" y="740975"/>
            <a:chExt cx="867300" cy="853975"/>
          </a:xfrm>
        </p:grpSpPr>
        <p:sp>
          <p:nvSpPr>
            <p:cNvPr id="48" name="Google Shape;48;p7"/>
            <p:cNvSpPr/>
            <p:nvPr/>
          </p:nvSpPr>
          <p:spPr>
            <a:xfrm>
              <a:off x="5171375" y="855225"/>
              <a:ext cx="867300" cy="739725"/>
            </a:xfrm>
            <a:custGeom>
              <a:rect b="b" l="l" r="r" t="t"/>
              <a:pathLst>
                <a:path extrusionOk="0" h="29589" w="34692">
                  <a:moveTo>
                    <a:pt x="29555" y="0"/>
                  </a:moveTo>
                  <a:lnTo>
                    <a:pt x="26419" y="3136"/>
                  </a:lnTo>
                  <a:cubicBezTo>
                    <a:pt x="28887" y="5538"/>
                    <a:pt x="30222" y="8807"/>
                    <a:pt x="30222" y="12276"/>
                  </a:cubicBezTo>
                  <a:cubicBezTo>
                    <a:pt x="30222" y="19381"/>
                    <a:pt x="24417" y="25185"/>
                    <a:pt x="17312" y="25185"/>
                  </a:cubicBezTo>
                  <a:cubicBezTo>
                    <a:pt x="10174" y="25185"/>
                    <a:pt x="4370" y="19381"/>
                    <a:pt x="4370" y="12276"/>
                  </a:cubicBezTo>
                  <a:cubicBezTo>
                    <a:pt x="4370" y="8873"/>
                    <a:pt x="5704" y="5638"/>
                    <a:pt x="8072" y="3203"/>
                  </a:cubicBezTo>
                  <a:lnTo>
                    <a:pt x="4937" y="134"/>
                  </a:lnTo>
                  <a:cubicBezTo>
                    <a:pt x="1735" y="3369"/>
                    <a:pt x="0" y="7672"/>
                    <a:pt x="0" y="12276"/>
                  </a:cubicBezTo>
                  <a:cubicBezTo>
                    <a:pt x="0" y="21816"/>
                    <a:pt x="7806" y="29588"/>
                    <a:pt x="17346" y="29588"/>
                  </a:cubicBezTo>
                  <a:cubicBezTo>
                    <a:pt x="26919" y="29588"/>
                    <a:pt x="34692" y="21816"/>
                    <a:pt x="34625" y="12276"/>
                  </a:cubicBezTo>
                  <a:cubicBezTo>
                    <a:pt x="34625" y="7639"/>
                    <a:pt x="32857" y="3303"/>
                    <a:pt x="295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7"/>
            <p:cNvSpPr/>
            <p:nvPr/>
          </p:nvSpPr>
          <p:spPr>
            <a:xfrm>
              <a:off x="5242250" y="740975"/>
              <a:ext cx="259375" cy="259375"/>
            </a:xfrm>
            <a:custGeom>
              <a:rect b="b" l="l" r="r" t="t"/>
              <a:pathLst>
                <a:path extrusionOk="0" h="10375" w="10375">
                  <a:moveTo>
                    <a:pt x="10374" y="0"/>
                  </a:moveTo>
                  <a:lnTo>
                    <a:pt x="0" y="2769"/>
                  </a:lnTo>
                  <a:lnTo>
                    <a:pt x="7572" y="10374"/>
                  </a:lnTo>
                  <a:lnTo>
                    <a:pt x="103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0" name="Google Shape;50;p7"/>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
        <p:nvSpPr>
          <p:cNvPr id="51" name="Google Shape;51;p7"/>
          <p:cNvSpPr txBox="1"/>
          <p:nvPr>
            <p:ph idx="1" type="body"/>
          </p:nvPr>
        </p:nvSpPr>
        <p:spPr>
          <a:xfrm>
            <a:off x="4951500" y="1263450"/>
            <a:ext cx="3479400" cy="2616600"/>
          </a:xfrm>
          <a:prstGeom prst="rect">
            <a:avLst/>
          </a:prstGeom>
        </p:spPr>
        <p:txBody>
          <a:bodyPr anchorCtr="0" anchor="ctr" bIns="91425" lIns="91425" spcFirstLastPara="1" rIns="91425" wrap="square" tIns="91425">
            <a:noAutofit/>
          </a:bodyPr>
          <a:lstStyle>
            <a:lvl1pPr indent="-317500" lvl="0" marL="457200" rtl="0">
              <a:lnSpc>
                <a:spcPct val="100000"/>
              </a:lnSpc>
              <a:spcBef>
                <a:spcPts val="0"/>
              </a:spcBef>
              <a:spcAft>
                <a:spcPts val="0"/>
              </a:spcAft>
              <a:buSzPts val="1400"/>
              <a:buChar char="●"/>
              <a:defRPr/>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52" name="Google Shape;52;p7"/>
          <p:cNvSpPr txBox="1"/>
          <p:nvPr>
            <p:ph type="title"/>
          </p:nvPr>
        </p:nvSpPr>
        <p:spPr>
          <a:xfrm>
            <a:off x="713100" y="914400"/>
            <a:ext cx="3120900" cy="18264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800"/>
              <a:buNone/>
              <a:defRPr sz="4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3" name="Shape 53"/>
        <p:cNvGrpSpPr/>
        <p:nvPr/>
      </p:nvGrpSpPr>
      <p:grpSpPr>
        <a:xfrm>
          <a:off x="0" y="0"/>
          <a:ext cx="0" cy="0"/>
          <a:chOff x="0" y="0"/>
          <a:chExt cx="0" cy="0"/>
        </a:xfrm>
      </p:grpSpPr>
      <p:grpSp>
        <p:nvGrpSpPr>
          <p:cNvPr id="54" name="Google Shape;54;p8"/>
          <p:cNvGrpSpPr/>
          <p:nvPr/>
        </p:nvGrpSpPr>
        <p:grpSpPr>
          <a:xfrm flipH="1">
            <a:off x="-3209729" y="-150080"/>
            <a:ext cx="8379400" cy="9999105"/>
            <a:chOff x="116750" y="6"/>
            <a:chExt cx="4503843" cy="5374418"/>
          </a:xfrm>
        </p:grpSpPr>
        <p:sp>
          <p:nvSpPr>
            <p:cNvPr id="55" name="Google Shape;55;p8"/>
            <p:cNvSpPr/>
            <p:nvPr/>
          </p:nvSpPr>
          <p:spPr>
            <a:xfrm flipH="1" rot="10800000">
              <a:off x="1896628" y="6"/>
              <a:ext cx="809158" cy="2076716"/>
            </a:xfrm>
            <a:custGeom>
              <a:rect b="b" l="l" r="r" t="t"/>
              <a:pathLst>
                <a:path extrusionOk="0" h="17981" w="7006">
                  <a:moveTo>
                    <a:pt x="1369" y="1"/>
                  </a:moveTo>
                  <a:lnTo>
                    <a:pt x="1369" y="11943"/>
                  </a:lnTo>
                  <a:lnTo>
                    <a:pt x="1" y="11943"/>
                  </a:lnTo>
                  <a:lnTo>
                    <a:pt x="3503" y="17980"/>
                  </a:lnTo>
                  <a:lnTo>
                    <a:pt x="7006" y="11943"/>
                  </a:lnTo>
                  <a:lnTo>
                    <a:pt x="5605" y="11943"/>
                  </a:lnTo>
                  <a:lnTo>
                    <a:pt x="56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flipH="1" rot="10800000">
              <a:off x="116750" y="1826071"/>
              <a:ext cx="4503843" cy="3548353"/>
            </a:xfrm>
            <a:custGeom>
              <a:rect b="b" l="l" r="r" t="t"/>
              <a:pathLst>
                <a:path extrusionOk="0" h="30723" w="38996">
                  <a:moveTo>
                    <a:pt x="1" y="0"/>
                  </a:moveTo>
                  <a:lnTo>
                    <a:pt x="1" y="8907"/>
                  </a:lnTo>
                  <a:cubicBezTo>
                    <a:pt x="201" y="20181"/>
                    <a:pt x="9541" y="29321"/>
                    <a:pt x="20816" y="29321"/>
                  </a:cubicBezTo>
                  <a:lnTo>
                    <a:pt x="32924" y="29255"/>
                  </a:lnTo>
                  <a:lnTo>
                    <a:pt x="32924" y="29255"/>
                  </a:lnTo>
                  <a:lnTo>
                    <a:pt x="32924" y="30722"/>
                  </a:lnTo>
                  <a:lnTo>
                    <a:pt x="38995" y="27220"/>
                  </a:lnTo>
                  <a:lnTo>
                    <a:pt x="32924" y="23717"/>
                  </a:lnTo>
                  <a:lnTo>
                    <a:pt x="32924" y="25085"/>
                  </a:lnTo>
                  <a:lnTo>
                    <a:pt x="20749" y="25051"/>
                  </a:lnTo>
                  <a:cubicBezTo>
                    <a:pt x="11909" y="25051"/>
                    <a:pt x="4504" y="17846"/>
                    <a:pt x="4237" y="8973"/>
                  </a:cubicBezTo>
                  <a:lnTo>
                    <a:pt x="42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7" name="Google Shape;57;p8"/>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
        <p:nvSpPr>
          <p:cNvPr id="58" name="Google Shape;58;p8"/>
          <p:cNvSpPr txBox="1"/>
          <p:nvPr>
            <p:ph type="title"/>
          </p:nvPr>
        </p:nvSpPr>
        <p:spPr>
          <a:xfrm>
            <a:off x="2472075" y="1320400"/>
            <a:ext cx="5958600" cy="2529300"/>
          </a:xfrm>
          <a:prstGeom prst="rect">
            <a:avLst/>
          </a:prstGeom>
        </p:spPr>
        <p:txBody>
          <a:bodyPr anchorCtr="0" anchor="ctr" bIns="91425" lIns="91425" spcFirstLastPara="1" rIns="91425" wrap="square" tIns="91425">
            <a:noAutofit/>
          </a:bodyPr>
          <a:lstStyle>
            <a:lvl1pPr lvl="0" algn="r">
              <a:lnSpc>
                <a:spcPct val="90000"/>
              </a:lnSpc>
              <a:spcBef>
                <a:spcPts val="0"/>
              </a:spcBef>
              <a:spcAft>
                <a:spcPts val="0"/>
              </a:spcAft>
              <a:buSzPts val="4800"/>
              <a:buNone/>
              <a:defRPr sz="9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grpSp>
        <p:nvGrpSpPr>
          <p:cNvPr id="60" name="Google Shape;60;p9"/>
          <p:cNvGrpSpPr/>
          <p:nvPr/>
        </p:nvGrpSpPr>
        <p:grpSpPr>
          <a:xfrm rot="5400000">
            <a:off x="-1312016" y="-700822"/>
            <a:ext cx="6083155" cy="5989695"/>
            <a:chOff x="5171375" y="740975"/>
            <a:chExt cx="867300" cy="853975"/>
          </a:xfrm>
        </p:grpSpPr>
        <p:sp>
          <p:nvSpPr>
            <p:cNvPr id="61" name="Google Shape;61;p9"/>
            <p:cNvSpPr/>
            <p:nvPr/>
          </p:nvSpPr>
          <p:spPr>
            <a:xfrm>
              <a:off x="5171375" y="855225"/>
              <a:ext cx="867300" cy="739725"/>
            </a:xfrm>
            <a:custGeom>
              <a:rect b="b" l="l" r="r" t="t"/>
              <a:pathLst>
                <a:path extrusionOk="0" h="29589" w="34692">
                  <a:moveTo>
                    <a:pt x="29555" y="0"/>
                  </a:moveTo>
                  <a:lnTo>
                    <a:pt x="26419" y="3136"/>
                  </a:lnTo>
                  <a:cubicBezTo>
                    <a:pt x="28887" y="5538"/>
                    <a:pt x="30222" y="8807"/>
                    <a:pt x="30222" y="12276"/>
                  </a:cubicBezTo>
                  <a:cubicBezTo>
                    <a:pt x="30222" y="19381"/>
                    <a:pt x="24417" y="25185"/>
                    <a:pt x="17312" y="25185"/>
                  </a:cubicBezTo>
                  <a:cubicBezTo>
                    <a:pt x="10174" y="25185"/>
                    <a:pt x="4370" y="19381"/>
                    <a:pt x="4370" y="12276"/>
                  </a:cubicBezTo>
                  <a:cubicBezTo>
                    <a:pt x="4370" y="8873"/>
                    <a:pt x="5704" y="5638"/>
                    <a:pt x="8072" y="3203"/>
                  </a:cubicBezTo>
                  <a:lnTo>
                    <a:pt x="4937" y="134"/>
                  </a:lnTo>
                  <a:cubicBezTo>
                    <a:pt x="1735" y="3369"/>
                    <a:pt x="0" y="7672"/>
                    <a:pt x="0" y="12276"/>
                  </a:cubicBezTo>
                  <a:cubicBezTo>
                    <a:pt x="0" y="21816"/>
                    <a:pt x="7806" y="29588"/>
                    <a:pt x="17346" y="29588"/>
                  </a:cubicBezTo>
                  <a:cubicBezTo>
                    <a:pt x="26919" y="29588"/>
                    <a:pt x="34692" y="21816"/>
                    <a:pt x="34625" y="12276"/>
                  </a:cubicBezTo>
                  <a:cubicBezTo>
                    <a:pt x="34625" y="7639"/>
                    <a:pt x="32857" y="3303"/>
                    <a:pt x="295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9"/>
            <p:cNvSpPr/>
            <p:nvPr/>
          </p:nvSpPr>
          <p:spPr>
            <a:xfrm>
              <a:off x="5242250" y="740975"/>
              <a:ext cx="259375" cy="259375"/>
            </a:xfrm>
            <a:custGeom>
              <a:rect b="b" l="l" r="r" t="t"/>
              <a:pathLst>
                <a:path extrusionOk="0" h="10375" w="10375">
                  <a:moveTo>
                    <a:pt x="10374" y="0"/>
                  </a:moveTo>
                  <a:lnTo>
                    <a:pt x="0" y="2769"/>
                  </a:lnTo>
                  <a:lnTo>
                    <a:pt x="7572" y="10374"/>
                  </a:lnTo>
                  <a:lnTo>
                    <a:pt x="103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3" name="Google Shape;63;p9"/>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
        <p:nvSpPr>
          <p:cNvPr id="64" name="Google Shape;64;p9"/>
          <p:cNvSpPr txBox="1"/>
          <p:nvPr>
            <p:ph type="title"/>
          </p:nvPr>
        </p:nvSpPr>
        <p:spPr>
          <a:xfrm>
            <a:off x="713100" y="1810038"/>
            <a:ext cx="4695000" cy="6582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3600"/>
              <a:buNone/>
              <a:defRPr sz="4500">
                <a:solidFill>
                  <a:schemeClr val="dk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5" name="Google Shape;65;p9"/>
          <p:cNvSpPr txBox="1"/>
          <p:nvPr>
            <p:ph idx="1" type="subTitle"/>
          </p:nvPr>
        </p:nvSpPr>
        <p:spPr>
          <a:xfrm>
            <a:off x="713100" y="2468263"/>
            <a:ext cx="4695000" cy="1113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type="title"/>
          </p:nvPr>
        </p:nvSpPr>
        <p:spPr>
          <a:xfrm>
            <a:off x="4572000" y="3086850"/>
            <a:ext cx="3858900" cy="1668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800"/>
              <a:buNone/>
              <a:defRPr sz="35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pic>
        <p:nvPicPr>
          <p:cNvPr id="68" name="Google Shape;68;p10"/>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9" name="Shape 69"/>
        <p:cNvGrpSpPr/>
        <p:nvPr/>
      </p:nvGrpSpPr>
      <p:grpSpPr>
        <a:xfrm>
          <a:off x="0" y="0"/>
          <a:ext cx="0" cy="0"/>
          <a:chOff x="0" y="0"/>
          <a:chExt cx="0" cy="0"/>
        </a:xfrm>
      </p:grpSpPr>
      <p:grpSp>
        <p:nvGrpSpPr>
          <p:cNvPr id="70" name="Google Shape;70;p11"/>
          <p:cNvGrpSpPr/>
          <p:nvPr/>
        </p:nvGrpSpPr>
        <p:grpSpPr>
          <a:xfrm>
            <a:off x="713100" y="-76325"/>
            <a:ext cx="7706595" cy="7048675"/>
            <a:chOff x="713100" y="-76325"/>
            <a:chExt cx="7706595" cy="7048675"/>
          </a:xfrm>
        </p:grpSpPr>
        <p:sp>
          <p:nvSpPr>
            <p:cNvPr id="71" name="Google Shape;71;p11"/>
            <p:cNvSpPr/>
            <p:nvPr/>
          </p:nvSpPr>
          <p:spPr>
            <a:xfrm rot="-5400000">
              <a:off x="-2061000" y="2697775"/>
              <a:ext cx="6214500" cy="666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rot="-5400000">
              <a:off x="2909446" y="1462101"/>
              <a:ext cx="3315403" cy="7705095"/>
            </a:xfrm>
            <a:custGeom>
              <a:rect b="b" l="l" r="r" t="t"/>
              <a:pathLst>
                <a:path extrusionOk="0" h="44967" w="19349">
                  <a:moveTo>
                    <a:pt x="1" y="1"/>
                  </a:moveTo>
                  <a:lnTo>
                    <a:pt x="1" y="4004"/>
                  </a:lnTo>
                  <a:cubicBezTo>
                    <a:pt x="7873" y="4671"/>
                    <a:pt x="14144" y="11409"/>
                    <a:pt x="14144" y="19348"/>
                  </a:cubicBezTo>
                  <a:lnTo>
                    <a:pt x="14144" y="39329"/>
                  </a:lnTo>
                  <a:lnTo>
                    <a:pt x="12843" y="39329"/>
                  </a:lnTo>
                  <a:lnTo>
                    <a:pt x="16079" y="44966"/>
                  </a:lnTo>
                  <a:lnTo>
                    <a:pt x="19348" y="39329"/>
                  </a:lnTo>
                  <a:lnTo>
                    <a:pt x="18047" y="39329"/>
                  </a:lnTo>
                  <a:lnTo>
                    <a:pt x="18114" y="19348"/>
                  </a:lnTo>
                  <a:cubicBezTo>
                    <a:pt x="18114" y="9174"/>
                    <a:pt x="10041" y="66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11"/>
          <p:cNvSpPr txBox="1"/>
          <p:nvPr>
            <p:ph hasCustomPrompt="1" type="title"/>
          </p:nvPr>
        </p:nvSpPr>
        <p:spPr>
          <a:xfrm>
            <a:off x="1404380" y="927645"/>
            <a:ext cx="6348300" cy="17961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103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4" name="Google Shape;74;p11"/>
          <p:cNvSpPr txBox="1"/>
          <p:nvPr>
            <p:ph idx="1" type="subTitle"/>
          </p:nvPr>
        </p:nvSpPr>
        <p:spPr>
          <a:xfrm>
            <a:off x="1784066" y="2640741"/>
            <a:ext cx="5594400" cy="58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pic>
        <p:nvPicPr>
          <p:cNvPr id="75" name="Google Shape;75;p11"/>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1"/>
        </a:solidFill>
      </p:bgPr>
    </p:bg>
    <p:spTree>
      <p:nvGrpSpPr>
        <p:cNvPr id="76" name="Shape 7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7" name="Shape 77"/>
        <p:cNvGrpSpPr/>
        <p:nvPr/>
      </p:nvGrpSpPr>
      <p:grpSpPr>
        <a:xfrm>
          <a:off x="0" y="0"/>
          <a:ext cx="0" cy="0"/>
          <a:chOff x="0" y="0"/>
          <a:chExt cx="0" cy="0"/>
        </a:xfrm>
      </p:grpSpPr>
      <p:sp>
        <p:nvSpPr>
          <p:cNvPr id="78" name="Google Shape;78;p13"/>
          <p:cNvSpPr txBox="1"/>
          <p:nvPr>
            <p:ph type="title"/>
          </p:nvPr>
        </p:nvSpPr>
        <p:spPr>
          <a:xfrm>
            <a:off x="720000" y="1832050"/>
            <a:ext cx="20721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79" name="Google Shape;79;p13"/>
          <p:cNvSpPr txBox="1"/>
          <p:nvPr>
            <p:ph hasCustomPrompt="1" idx="2" type="title"/>
          </p:nvPr>
        </p:nvSpPr>
        <p:spPr>
          <a:xfrm>
            <a:off x="1276425" y="1437295"/>
            <a:ext cx="894000" cy="3588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80" name="Google Shape;80;p13"/>
          <p:cNvSpPr txBox="1"/>
          <p:nvPr>
            <p:ph idx="1" type="subTitle"/>
          </p:nvPr>
        </p:nvSpPr>
        <p:spPr>
          <a:xfrm>
            <a:off x="720000" y="2359748"/>
            <a:ext cx="2072100" cy="448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81" name="Google Shape;81;p13"/>
          <p:cNvSpPr txBox="1"/>
          <p:nvPr>
            <p:ph idx="3" type="title"/>
          </p:nvPr>
        </p:nvSpPr>
        <p:spPr>
          <a:xfrm>
            <a:off x="3535950" y="1832050"/>
            <a:ext cx="20721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82" name="Google Shape;82;p13"/>
          <p:cNvSpPr txBox="1"/>
          <p:nvPr>
            <p:ph hasCustomPrompt="1" idx="4" type="title"/>
          </p:nvPr>
        </p:nvSpPr>
        <p:spPr>
          <a:xfrm>
            <a:off x="4092375" y="1437295"/>
            <a:ext cx="894000" cy="3588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83" name="Google Shape;83;p13"/>
          <p:cNvSpPr txBox="1"/>
          <p:nvPr>
            <p:ph idx="5" type="subTitle"/>
          </p:nvPr>
        </p:nvSpPr>
        <p:spPr>
          <a:xfrm>
            <a:off x="3535950" y="2359748"/>
            <a:ext cx="2072100" cy="448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84" name="Google Shape;84;p13"/>
          <p:cNvSpPr txBox="1"/>
          <p:nvPr>
            <p:ph idx="6" type="title"/>
          </p:nvPr>
        </p:nvSpPr>
        <p:spPr>
          <a:xfrm>
            <a:off x="6351900" y="1832050"/>
            <a:ext cx="20721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85" name="Google Shape;85;p13"/>
          <p:cNvSpPr txBox="1"/>
          <p:nvPr>
            <p:ph hasCustomPrompt="1" idx="7" type="title"/>
          </p:nvPr>
        </p:nvSpPr>
        <p:spPr>
          <a:xfrm>
            <a:off x="6908325" y="1437295"/>
            <a:ext cx="894000" cy="3588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86" name="Google Shape;86;p13"/>
          <p:cNvSpPr txBox="1"/>
          <p:nvPr>
            <p:ph idx="8" type="subTitle"/>
          </p:nvPr>
        </p:nvSpPr>
        <p:spPr>
          <a:xfrm>
            <a:off x="6351900" y="2359748"/>
            <a:ext cx="2072100" cy="448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87" name="Google Shape;87;p13"/>
          <p:cNvSpPr txBox="1"/>
          <p:nvPr>
            <p:ph idx="9" type="title"/>
          </p:nvPr>
        </p:nvSpPr>
        <p:spPr>
          <a:xfrm>
            <a:off x="720000" y="3624304"/>
            <a:ext cx="20721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88" name="Google Shape;88;p13"/>
          <p:cNvSpPr txBox="1"/>
          <p:nvPr>
            <p:ph hasCustomPrompt="1" idx="13" type="title"/>
          </p:nvPr>
        </p:nvSpPr>
        <p:spPr>
          <a:xfrm>
            <a:off x="1309050" y="3232758"/>
            <a:ext cx="894000" cy="3588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a:r>
              <a:t>xx%</a:t>
            </a:r>
          </a:p>
        </p:txBody>
      </p:sp>
      <p:sp>
        <p:nvSpPr>
          <p:cNvPr id="89" name="Google Shape;89;p13"/>
          <p:cNvSpPr txBox="1"/>
          <p:nvPr>
            <p:ph idx="14" type="subTitle"/>
          </p:nvPr>
        </p:nvSpPr>
        <p:spPr>
          <a:xfrm>
            <a:off x="720000" y="4152027"/>
            <a:ext cx="2072100" cy="448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90" name="Google Shape;90;p13"/>
          <p:cNvSpPr txBox="1"/>
          <p:nvPr>
            <p:ph idx="15" type="title"/>
          </p:nvPr>
        </p:nvSpPr>
        <p:spPr>
          <a:xfrm>
            <a:off x="3535950" y="3624304"/>
            <a:ext cx="20721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1" name="Google Shape;91;p13"/>
          <p:cNvSpPr txBox="1"/>
          <p:nvPr>
            <p:ph hasCustomPrompt="1" idx="16" type="title"/>
          </p:nvPr>
        </p:nvSpPr>
        <p:spPr>
          <a:xfrm>
            <a:off x="4092375" y="3232758"/>
            <a:ext cx="894000" cy="3588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a:r>
              <a:t>xx%</a:t>
            </a:r>
          </a:p>
        </p:txBody>
      </p:sp>
      <p:sp>
        <p:nvSpPr>
          <p:cNvPr id="92" name="Google Shape;92;p13"/>
          <p:cNvSpPr txBox="1"/>
          <p:nvPr>
            <p:ph idx="17" type="subTitle"/>
          </p:nvPr>
        </p:nvSpPr>
        <p:spPr>
          <a:xfrm>
            <a:off x="3535950" y="4152027"/>
            <a:ext cx="2072100" cy="448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93" name="Google Shape;93;p13"/>
          <p:cNvSpPr txBox="1"/>
          <p:nvPr>
            <p:ph idx="18" type="title"/>
          </p:nvPr>
        </p:nvSpPr>
        <p:spPr>
          <a:xfrm>
            <a:off x="6351900" y="3624304"/>
            <a:ext cx="20721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4" name="Google Shape;94;p13"/>
          <p:cNvSpPr txBox="1"/>
          <p:nvPr>
            <p:ph hasCustomPrompt="1" idx="19" type="title"/>
          </p:nvPr>
        </p:nvSpPr>
        <p:spPr>
          <a:xfrm>
            <a:off x="6908325" y="3232758"/>
            <a:ext cx="894000" cy="3588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a:r>
              <a:t>xx%</a:t>
            </a:r>
          </a:p>
        </p:txBody>
      </p:sp>
      <p:sp>
        <p:nvSpPr>
          <p:cNvPr id="95" name="Google Shape;95;p13"/>
          <p:cNvSpPr txBox="1"/>
          <p:nvPr>
            <p:ph idx="20" type="subTitle"/>
          </p:nvPr>
        </p:nvSpPr>
        <p:spPr>
          <a:xfrm>
            <a:off x="6351900" y="4152027"/>
            <a:ext cx="2072100" cy="448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96" name="Google Shape;96;p13"/>
          <p:cNvSpPr txBox="1"/>
          <p:nvPr>
            <p:ph idx="21" type="title"/>
          </p:nvPr>
        </p:nvSpPr>
        <p:spPr>
          <a:xfrm>
            <a:off x="720000" y="539400"/>
            <a:ext cx="77040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97" name="Google Shape;97;p13"/>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grpSp>
        <p:nvGrpSpPr>
          <p:cNvPr id="98" name="Google Shape;98;p13"/>
          <p:cNvGrpSpPr/>
          <p:nvPr/>
        </p:nvGrpSpPr>
        <p:grpSpPr>
          <a:xfrm>
            <a:off x="-59734" y="85076"/>
            <a:ext cx="9080213" cy="2956474"/>
            <a:chOff x="-13240" y="656569"/>
            <a:chExt cx="9080213" cy="2956474"/>
          </a:xfrm>
        </p:grpSpPr>
        <p:sp>
          <p:nvSpPr>
            <p:cNvPr id="99" name="Google Shape;99;p13"/>
            <p:cNvSpPr/>
            <p:nvPr/>
          </p:nvSpPr>
          <p:spPr>
            <a:xfrm>
              <a:off x="7794825" y="656575"/>
              <a:ext cx="1272148" cy="2956468"/>
            </a:xfrm>
            <a:custGeom>
              <a:rect b="b" l="l" r="r" t="t"/>
              <a:pathLst>
                <a:path extrusionOk="0" h="44967" w="19349">
                  <a:moveTo>
                    <a:pt x="1" y="1"/>
                  </a:moveTo>
                  <a:lnTo>
                    <a:pt x="1" y="4004"/>
                  </a:lnTo>
                  <a:cubicBezTo>
                    <a:pt x="7873" y="4671"/>
                    <a:pt x="14144" y="11409"/>
                    <a:pt x="14144" y="19348"/>
                  </a:cubicBezTo>
                  <a:lnTo>
                    <a:pt x="14144" y="39329"/>
                  </a:lnTo>
                  <a:lnTo>
                    <a:pt x="12843" y="39329"/>
                  </a:lnTo>
                  <a:lnTo>
                    <a:pt x="16079" y="44966"/>
                  </a:lnTo>
                  <a:lnTo>
                    <a:pt x="19348" y="39329"/>
                  </a:lnTo>
                  <a:lnTo>
                    <a:pt x="18047" y="39329"/>
                  </a:lnTo>
                  <a:lnTo>
                    <a:pt x="18114" y="19348"/>
                  </a:lnTo>
                  <a:cubicBezTo>
                    <a:pt x="18114" y="9174"/>
                    <a:pt x="10041" y="66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3"/>
            <p:cNvSpPr/>
            <p:nvPr/>
          </p:nvSpPr>
          <p:spPr>
            <a:xfrm>
              <a:off x="-13240" y="656569"/>
              <a:ext cx="7822500" cy="26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spTree>
      <p:nvGrpSpPr>
        <p:cNvPr id="101" name="Shape 101"/>
        <p:cNvGrpSpPr/>
        <p:nvPr/>
      </p:nvGrpSpPr>
      <p:grpSpPr>
        <a:xfrm>
          <a:off x="0" y="0"/>
          <a:ext cx="0" cy="0"/>
          <a:chOff x="0" y="0"/>
          <a:chExt cx="0" cy="0"/>
        </a:xfrm>
      </p:grpSpPr>
      <p:grpSp>
        <p:nvGrpSpPr>
          <p:cNvPr id="102" name="Google Shape;102;p14"/>
          <p:cNvGrpSpPr/>
          <p:nvPr/>
        </p:nvGrpSpPr>
        <p:grpSpPr>
          <a:xfrm flipH="1">
            <a:off x="2740259" y="1371590"/>
            <a:ext cx="9806231" cy="7960911"/>
            <a:chOff x="2799675" y="728475"/>
            <a:chExt cx="819775" cy="665500"/>
          </a:xfrm>
        </p:grpSpPr>
        <p:sp>
          <p:nvSpPr>
            <p:cNvPr id="103" name="Google Shape;103;p14"/>
            <p:cNvSpPr/>
            <p:nvPr/>
          </p:nvSpPr>
          <p:spPr>
            <a:xfrm>
              <a:off x="3350075" y="1162100"/>
              <a:ext cx="269375" cy="231875"/>
            </a:xfrm>
            <a:custGeom>
              <a:rect b="b" l="l" r="r" t="t"/>
              <a:pathLst>
                <a:path extrusionOk="0" h="9275" w="10775">
                  <a:moveTo>
                    <a:pt x="0" y="1"/>
                  </a:moveTo>
                  <a:lnTo>
                    <a:pt x="5371" y="9274"/>
                  </a:lnTo>
                  <a:lnTo>
                    <a:pt x="107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p:nvPr/>
          </p:nvSpPr>
          <p:spPr>
            <a:xfrm>
              <a:off x="2799675" y="728475"/>
              <a:ext cx="740550" cy="433650"/>
            </a:xfrm>
            <a:custGeom>
              <a:rect b="b" l="l" r="r" t="t"/>
              <a:pathLst>
                <a:path extrusionOk="0" h="17346" w="29622">
                  <a:moveTo>
                    <a:pt x="12276" y="0"/>
                  </a:moveTo>
                  <a:cubicBezTo>
                    <a:pt x="7472" y="0"/>
                    <a:pt x="3136" y="1935"/>
                    <a:pt x="0" y="5070"/>
                  </a:cubicBezTo>
                  <a:lnTo>
                    <a:pt x="3136" y="8206"/>
                  </a:lnTo>
                  <a:cubicBezTo>
                    <a:pt x="5471" y="5871"/>
                    <a:pt x="8707" y="4403"/>
                    <a:pt x="12276" y="4403"/>
                  </a:cubicBezTo>
                  <a:cubicBezTo>
                    <a:pt x="19381" y="4403"/>
                    <a:pt x="25185" y="10207"/>
                    <a:pt x="25185" y="17346"/>
                  </a:cubicBezTo>
                  <a:lnTo>
                    <a:pt x="29621" y="17346"/>
                  </a:lnTo>
                  <a:cubicBezTo>
                    <a:pt x="29621" y="7772"/>
                    <a:pt x="21849" y="0"/>
                    <a:pt x="12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05" name="Google Shape;105;p14"/>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
        <p:nvSpPr>
          <p:cNvPr id="106" name="Google Shape;106;p14"/>
          <p:cNvSpPr txBox="1"/>
          <p:nvPr>
            <p:ph idx="1" type="body"/>
          </p:nvPr>
        </p:nvSpPr>
        <p:spPr>
          <a:xfrm>
            <a:off x="713100" y="1208700"/>
            <a:ext cx="3858900" cy="2937900"/>
          </a:xfrm>
          <a:prstGeom prst="rect">
            <a:avLst/>
          </a:prstGeom>
        </p:spPr>
        <p:txBody>
          <a:bodyPr anchorCtr="0" anchor="t" bIns="91425" lIns="91425" spcFirstLastPara="1" rIns="91425" wrap="square" tIns="91425">
            <a:noAutofit/>
          </a:bodyPr>
          <a:lstStyle>
            <a:lvl1pPr indent="-292100" lvl="0" marL="457200" rtl="0">
              <a:lnSpc>
                <a:spcPct val="100000"/>
              </a:lnSpc>
              <a:spcBef>
                <a:spcPts val="0"/>
              </a:spcBef>
              <a:spcAft>
                <a:spcPts val="0"/>
              </a:spcAft>
              <a:buSzPts val="1000"/>
              <a:buChar char="●"/>
              <a:defRPr sz="1200"/>
            </a:lvl1pPr>
            <a:lvl2pPr indent="-304800" lvl="1" marL="914400" rtl="0">
              <a:lnSpc>
                <a:spcPct val="115000"/>
              </a:lnSpc>
              <a:spcBef>
                <a:spcPts val="1000"/>
              </a:spcBef>
              <a:spcAft>
                <a:spcPts val="0"/>
              </a:spcAft>
              <a:buSzPts val="1200"/>
              <a:buFont typeface="Roboto Condensed Light"/>
              <a:buChar char="○"/>
              <a:defRPr/>
            </a:lvl2pPr>
            <a:lvl3pPr indent="-304800" lvl="2" marL="1371600" rtl="0">
              <a:lnSpc>
                <a:spcPct val="115000"/>
              </a:lnSpc>
              <a:spcBef>
                <a:spcPts val="0"/>
              </a:spcBef>
              <a:spcAft>
                <a:spcPts val="0"/>
              </a:spcAft>
              <a:buSzPts val="1200"/>
              <a:buFont typeface="Roboto Condensed Light"/>
              <a:buChar char="■"/>
              <a:defRPr/>
            </a:lvl3pPr>
            <a:lvl4pPr indent="-304800" lvl="3" marL="1828800" rtl="0">
              <a:lnSpc>
                <a:spcPct val="115000"/>
              </a:lnSpc>
              <a:spcBef>
                <a:spcPts val="0"/>
              </a:spcBef>
              <a:spcAft>
                <a:spcPts val="0"/>
              </a:spcAft>
              <a:buSzPts val="1200"/>
              <a:buFont typeface="Roboto Condensed Light"/>
              <a:buChar char="●"/>
              <a:defRPr/>
            </a:lvl4pPr>
            <a:lvl5pPr indent="-304800" lvl="4" marL="2286000" rtl="0">
              <a:lnSpc>
                <a:spcPct val="115000"/>
              </a:lnSpc>
              <a:spcBef>
                <a:spcPts val="0"/>
              </a:spcBef>
              <a:spcAft>
                <a:spcPts val="0"/>
              </a:spcAft>
              <a:buSzPts val="1200"/>
              <a:buFont typeface="Roboto Condensed Light"/>
              <a:buChar char="○"/>
              <a:defRPr/>
            </a:lvl5pPr>
            <a:lvl6pPr indent="-304800" lvl="5" marL="2743200" rtl="0">
              <a:lnSpc>
                <a:spcPct val="115000"/>
              </a:lnSpc>
              <a:spcBef>
                <a:spcPts val="0"/>
              </a:spcBef>
              <a:spcAft>
                <a:spcPts val="0"/>
              </a:spcAft>
              <a:buSzPts val="1200"/>
              <a:buFont typeface="Roboto Condensed Light"/>
              <a:buChar char="■"/>
              <a:defRPr/>
            </a:lvl6pPr>
            <a:lvl7pPr indent="-304800" lvl="6" marL="3200400" rtl="0">
              <a:lnSpc>
                <a:spcPct val="115000"/>
              </a:lnSpc>
              <a:spcBef>
                <a:spcPts val="0"/>
              </a:spcBef>
              <a:spcAft>
                <a:spcPts val="0"/>
              </a:spcAft>
              <a:buSzPts val="1200"/>
              <a:buFont typeface="Roboto Condensed Light"/>
              <a:buChar char="●"/>
              <a:defRPr/>
            </a:lvl7pPr>
            <a:lvl8pPr indent="-304800" lvl="7" marL="3657600" rtl="0">
              <a:lnSpc>
                <a:spcPct val="115000"/>
              </a:lnSpc>
              <a:spcBef>
                <a:spcPts val="0"/>
              </a:spcBef>
              <a:spcAft>
                <a:spcPts val="0"/>
              </a:spcAft>
              <a:buSzPts val="1200"/>
              <a:buFont typeface="Roboto Condensed Light"/>
              <a:buChar char="○"/>
              <a:defRPr/>
            </a:lvl8pPr>
            <a:lvl9pPr indent="-304800" lvl="8" marL="4114800" rtl="0">
              <a:lnSpc>
                <a:spcPct val="115000"/>
              </a:lnSpc>
              <a:spcBef>
                <a:spcPts val="0"/>
              </a:spcBef>
              <a:spcAft>
                <a:spcPts val="0"/>
              </a:spcAft>
              <a:buSzPts val="1200"/>
              <a:buFont typeface="Roboto Condensed Light"/>
              <a:buChar char="■"/>
              <a:defRPr/>
            </a:lvl9pPr>
          </a:lstStyle>
          <a:p/>
        </p:txBody>
      </p:sp>
      <p:sp>
        <p:nvSpPr>
          <p:cNvPr id="107" name="Google Shape;107;p14"/>
          <p:cNvSpPr txBox="1"/>
          <p:nvPr>
            <p:ph type="title"/>
          </p:nvPr>
        </p:nvSpPr>
        <p:spPr>
          <a:xfrm>
            <a:off x="720000" y="539400"/>
            <a:ext cx="7704000" cy="4782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08" name="Shape 108"/>
        <p:cNvGrpSpPr/>
        <p:nvPr/>
      </p:nvGrpSpPr>
      <p:grpSpPr>
        <a:xfrm>
          <a:off x="0" y="0"/>
          <a:ext cx="0" cy="0"/>
          <a:chOff x="0" y="0"/>
          <a:chExt cx="0" cy="0"/>
        </a:xfrm>
      </p:grpSpPr>
      <p:sp>
        <p:nvSpPr>
          <p:cNvPr id="109" name="Google Shape;109;p15"/>
          <p:cNvSpPr txBox="1"/>
          <p:nvPr>
            <p:ph type="title"/>
          </p:nvPr>
        </p:nvSpPr>
        <p:spPr>
          <a:xfrm>
            <a:off x="712492" y="2871900"/>
            <a:ext cx="5335800" cy="4209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2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10" name="Google Shape;110;p15"/>
          <p:cNvSpPr txBox="1"/>
          <p:nvPr>
            <p:ph idx="1" type="subTitle"/>
          </p:nvPr>
        </p:nvSpPr>
        <p:spPr>
          <a:xfrm>
            <a:off x="712492" y="646050"/>
            <a:ext cx="5335800" cy="2226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None/>
              <a:defRPr sz="31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sp>
        <p:nvSpPr>
          <p:cNvPr id="111" name="Google Shape;111;p15"/>
          <p:cNvSpPr/>
          <p:nvPr/>
        </p:nvSpPr>
        <p:spPr>
          <a:xfrm rot="-5400000">
            <a:off x="2309303" y="119578"/>
            <a:ext cx="4984593" cy="11584399"/>
          </a:xfrm>
          <a:custGeom>
            <a:rect b="b" l="l" r="r" t="t"/>
            <a:pathLst>
              <a:path extrusionOk="0" h="44967" w="19349">
                <a:moveTo>
                  <a:pt x="1" y="1"/>
                </a:moveTo>
                <a:lnTo>
                  <a:pt x="1" y="4004"/>
                </a:lnTo>
                <a:cubicBezTo>
                  <a:pt x="7873" y="4671"/>
                  <a:pt x="14144" y="11409"/>
                  <a:pt x="14144" y="19348"/>
                </a:cubicBezTo>
                <a:lnTo>
                  <a:pt x="14144" y="39329"/>
                </a:lnTo>
                <a:lnTo>
                  <a:pt x="12843" y="39329"/>
                </a:lnTo>
                <a:lnTo>
                  <a:pt x="16079" y="44966"/>
                </a:lnTo>
                <a:lnTo>
                  <a:pt x="19348" y="39329"/>
                </a:lnTo>
                <a:lnTo>
                  <a:pt x="18047" y="39329"/>
                </a:lnTo>
                <a:lnTo>
                  <a:pt x="18114" y="19348"/>
                </a:lnTo>
                <a:cubicBezTo>
                  <a:pt x="18114" y="9174"/>
                  <a:pt x="10041" y="66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2" name="Google Shape;112;p15"/>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
    <p:spTree>
      <p:nvGrpSpPr>
        <p:cNvPr id="113" name="Shape 113"/>
        <p:cNvGrpSpPr/>
        <p:nvPr/>
      </p:nvGrpSpPr>
      <p:grpSpPr>
        <a:xfrm>
          <a:off x="0" y="0"/>
          <a:ext cx="0" cy="0"/>
          <a:chOff x="0" y="0"/>
          <a:chExt cx="0" cy="0"/>
        </a:xfrm>
      </p:grpSpPr>
      <p:sp>
        <p:nvSpPr>
          <p:cNvPr id="114" name="Google Shape;114;p16"/>
          <p:cNvSpPr txBox="1"/>
          <p:nvPr>
            <p:ph type="title"/>
          </p:nvPr>
        </p:nvSpPr>
        <p:spPr>
          <a:xfrm>
            <a:off x="5434200" y="1666013"/>
            <a:ext cx="2996700" cy="5073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5" name="Google Shape;115;p16"/>
          <p:cNvSpPr txBox="1"/>
          <p:nvPr>
            <p:ph idx="1" type="subTitle"/>
          </p:nvPr>
        </p:nvSpPr>
        <p:spPr>
          <a:xfrm>
            <a:off x="5434200" y="2173388"/>
            <a:ext cx="2996700" cy="1304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16" name="Google Shape;116;p16"/>
          <p:cNvGrpSpPr/>
          <p:nvPr/>
        </p:nvGrpSpPr>
        <p:grpSpPr>
          <a:xfrm flipH="1" rot="-5400000">
            <a:off x="-527729" y="-2526480"/>
            <a:ext cx="8379400" cy="9999105"/>
            <a:chOff x="116750" y="6"/>
            <a:chExt cx="4503843" cy="5374418"/>
          </a:xfrm>
        </p:grpSpPr>
        <p:sp>
          <p:nvSpPr>
            <p:cNvPr id="117" name="Google Shape;117;p16"/>
            <p:cNvSpPr/>
            <p:nvPr/>
          </p:nvSpPr>
          <p:spPr>
            <a:xfrm flipH="1" rot="10800000">
              <a:off x="1896628" y="6"/>
              <a:ext cx="809158" cy="2076716"/>
            </a:xfrm>
            <a:custGeom>
              <a:rect b="b" l="l" r="r" t="t"/>
              <a:pathLst>
                <a:path extrusionOk="0" h="17981" w="7006">
                  <a:moveTo>
                    <a:pt x="1369" y="1"/>
                  </a:moveTo>
                  <a:lnTo>
                    <a:pt x="1369" y="11943"/>
                  </a:lnTo>
                  <a:lnTo>
                    <a:pt x="1" y="11943"/>
                  </a:lnTo>
                  <a:lnTo>
                    <a:pt x="3503" y="17980"/>
                  </a:lnTo>
                  <a:lnTo>
                    <a:pt x="7006" y="11943"/>
                  </a:lnTo>
                  <a:lnTo>
                    <a:pt x="5605" y="11943"/>
                  </a:lnTo>
                  <a:lnTo>
                    <a:pt x="56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6"/>
            <p:cNvSpPr/>
            <p:nvPr/>
          </p:nvSpPr>
          <p:spPr>
            <a:xfrm flipH="1" rot="10800000">
              <a:off x="116750" y="1826071"/>
              <a:ext cx="4503843" cy="3548353"/>
            </a:xfrm>
            <a:custGeom>
              <a:rect b="b" l="l" r="r" t="t"/>
              <a:pathLst>
                <a:path extrusionOk="0" h="30723" w="38996">
                  <a:moveTo>
                    <a:pt x="1" y="0"/>
                  </a:moveTo>
                  <a:lnTo>
                    <a:pt x="1" y="8907"/>
                  </a:lnTo>
                  <a:cubicBezTo>
                    <a:pt x="201" y="20181"/>
                    <a:pt x="9541" y="29321"/>
                    <a:pt x="20816" y="29321"/>
                  </a:cubicBezTo>
                  <a:lnTo>
                    <a:pt x="32924" y="29255"/>
                  </a:lnTo>
                  <a:lnTo>
                    <a:pt x="32924" y="29255"/>
                  </a:lnTo>
                  <a:lnTo>
                    <a:pt x="32924" y="30722"/>
                  </a:lnTo>
                  <a:lnTo>
                    <a:pt x="38995" y="27220"/>
                  </a:lnTo>
                  <a:lnTo>
                    <a:pt x="32924" y="23717"/>
                  </a:lnTo>
                  <a:lnTo>
                    <a:pt x="32924" y="25085"/>
                  </a:lnTo>
                  <a:lnTo>
                    <a:pt x="20749" y="25051"/>
                  </a:lnTo>
                  <a:cubicBezTo>
                    <a:pt x="11909" y="25051"/>
                    <a:pt x="4504" y="17846"/>
                    <a:pt x="4237" y="8973"/>
                  </a:cubicBezTo>
                  <a:lnTo>
                    <a:pt x="42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19" name="Google Shape;119;p16"/>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
    <p:spTree>
      <p:nvGrpSpPr>
        <p:cNvPr id="120" name="Shape 120"/>
        <p:cNvGrpSpPr/>
        <p:nvPr/>
      </p:nvGrpSpPr>
      <p:grpSpPr>
        <a:xfrm>
          <a:off x="0" y="0"/>
          <a:ext cx="0" cy="0"/>
          <a:chOff x="0" y="0"/>
          <a:chExt cx="0" cy="0"/>
        </a:xfrm>
      </p:grpSpPr>
      <p:grpSp>
        <p:nvGrpSpPr>
          <p:cNvPr id="121" name="Google Shape;121;p17"/>
          <p:cNvGrpSpPr/>
          <p:nvPr/>
        </p:nvGrpSpPr>
        <p:grpSpPr>
          <a:xfrm rot="5400587">
            <a:off x="727567" y="-767340"/>
            <a:ext cx="7918657" cy="9449302"/>
            <a:chOff x="116750" y="6"/>
            <a:chExt cx="4503843" cy="5374418"/>
          </a:xfrm>
        </p:grpSpPr>
        <p:sp>
          <p:nvSpPr>
            <p:cNvPr id="122" name="Google Shape;122;p17"/>
            <p:cNvSpPr/>
            <p:nvPr/>
          </p:nvSpPr>
          <p:spPr>
            <a:xfrm flipH="1" rot="10800000">
              <a:off x="1896628" y="6"/>
              <a:ext cx="809158" cy="2076716"/>
            </a:xfrm>
            <a:custGeom>
              <a:rect b="b" l="l" r="r" t="t"/>
              <a:pathLst>
                <a:path extrusionOk="0" h="17981" w="7006">
                  <a:moveTo>
                    <a:pt x="1369" y="1"/>
                  </a:moveTo>
                  <a:lnTo>
                    <a:pt x="1369" y="11943"/>
                  </a:lnTo>
                  <a:lnTo>
                    <a:pt x="1" y="11943"/>
                  </a:lnTo>
                  <a:lnTo>
                    <a:pt x="3503" y="17980"/>
                  </a:lnTo>
                  <a:lnTo>
                    <a:pt x="7006" y="11943"/>
                  </a:lnTo>
                  <a:lnTo>
                    <a:pt x="5605" y="11943"/>
                  </a:lnTo>
                  <a:lnTo>
                    <a:pt x="56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p:nvPr/>
          </p:nvSpPr>
          <p:spPr>
            <a:xfrm flipH="1" rot="10800000">
              <a:off x="116750" y="1826071"/>
              <a:ext cx="4503843" cy="3548353"/>
            </a:xfrm>
            <a:custGeom>
              <a:rect b="b" l="l" r="r" t="t"/>
              <a:pathLst>
                <a:path extrusionOk="0" h="30723" w="38996">
                  <a:moveTo>
                    <a:pt x="1" y="0"/>
                  </a:moveTo>
                  <a:lnTo>
                    <a:pt x="1" y="8907"/>
                  </a:lnTo>
                  <a:cubicBezTo>
                    <a:pt x="201" y="20181"/>
                    <a:pt x="9541" y="29321"/>
                    <a:pt x="20816" y="29321"/>
                  </a:cubicBezTo>
                  <a:lnTo>
                    <a:pt x="32924" y="29255"/>
                  </a:lnTo>
                  <a:lnTo>
                    <a:pt x="32924" y="29255"/>
                  </a:lnTo>
                  <a:lnTo>
                    <a:pt x="32924" y="30722"/>
                  </a:lnTo>
                  <a:lnTo>
                    <a:pt x="38995" y="27220"/>
                  </a:lnTo>
                  <a:lnTo>
                    <a:pt x="32924" y="23717"/>
                  </a:lnTo>
                  <a:lnTo>
                    <a:pt x="32924" y="25085"/>
                  </a:lnTo>
                  <a:lnTo>
                    <a:pt x="20749" y="25051"/>
                  </a:lnTo>
                  <a:cubicBezTo>
                    <a:pt x="11909" y="25051"/>
                    <a:pt x="4504" y="17846"/>
                    <a:pt x="4237" y="8973"/>
                  </a:cubicBezTo>
                  <a:lnTo>
                    <a:pt x="42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4" name="Google Shape;124;p17"/>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
        <p:nvSpPr>
          <p:cNvPr id="125" name="Google Shape;125;p17"/>
          <p:cNvSpPr txBox="1"/>
          <p:nvPr>
            <p:ph type="title"/>
          </p:nvPr>
        </p:nvSpPr>
        <p:spPr>
          <a:xfrm>
            <a:off x="964981" y="1666013"/>
            <a:ext cx="2996700" cy="507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26" name="Google Shape;126;p17"/>
          <p:cNvSpPr txBox="1"/>
          <p:nvPr>
            <p:ph idx="1" type="subTitle"/>
          </p:nvPr>
        </p:nvSpPr>
        <p:spPr>
          <a:xfrm>
            <a:off x="964981" y="2173388"/>
            <a:ext cx="2996700" cy="1304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
    <p:spTree>
      <p:nvGrpSpPr>
        <p:cNvPr id="127" name="Shape 127"/>
        <p:cNvGrpSpPr/>
        <p:nvPr/>
      </p:nvGrpSpPr>
      <p:grpSpPr>
        <a:xfrm>
          <a:off x="0" y="0"/>
          <a:ext cx="0" cy="0"/>
          <a:chOff x="0" y="0"/>
          <a:chExt cx="0" cy="0"/>
        </a:xfrm>
      </p:grpSpPr>
      <p:grpSp>
        <p:nvGrpSpPr>
          <p:cNvPr id="128" name="Google Shape;128;p18"/>
          <p:cNvGrpSpPr/>
          <p:nvPr/>
        </p:nvGrpSpPr>
        <p:grpSpPr>
          <a:xfrm>
            <a:off x="-3660541" y="914390"/>
            <a:ext cx="9806231" cy="7960911"/>
            <a:chOff x="2799675" y="728475"/>
            <a:chExt cx="819775" cy="665500"/>
          </a:xfrm>
        </p:grpSpPr>
        <p:sp>
          <p:nvSpPr>
            <p:cNvPr id="129" name="Google Shape;129;p18"/>
            <p:cNvSpPr/>
            <p:nvPr/>
          </p:nvSpPr>
          <p:spPr>
            <a:xfrm>
              <a:off x="3350075" y="1162100"/>
              <a:ext cx="269375" cy="231875"/>
            </a:xfrm>
            <a:custGeom>
              <a:rect b="b" l="l" r="r" t="t"/>
              <a:pathLst>
                <a:path extrusionOk="0" h="9275" w="10775">
                  <a:moveTo>
                    <a:pt x="0" y="1"/>
                  </a:moveTo>
                  <a:lnTo>
                    <a:pt x="5371" y="9274"/>
                  </a:lnTo>
                  <a:lnTo>
                    <a:pt x="107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8"/>
            <p:cNvSpPr/>
            <p:nvPr/>
          </p:nvSpPr>
          <p:spPr>
            <a:xfrm>
              <a:off x="2799675" y="728475"/>
              <a:ext cx="740550" cy="433650"/>
            </a:xfrm>
            <a:custGeom>
              <a:rect b="b" l="l" r="r" t="t"/>
              <a:pathLst>
                <a:path extrusionOk="0" h="17346" w="29622">
                  <a:moveTo>
                    <a:pt x="12276" y="0"/>
                  </a:moveTo>
                  <a:cubicBezTo>
                    <a:pt x="7472" y="0"/>
                    <a:pt x="3136" y="1935"/>
                    <a:pt x="0" y="5070"/>
                  </a:cubicBezTo>
                  <a:lnTo>
                    <a:pt x="3136" y="8206"/>
                  </a:lnTo>
                  <a:cubicBezTo>
                    <a:pt x="5471" y="5871"/>
                    <a:pt x="8707" y="4403"/>
                    <a:pt x="12276" y="4403"/>
                  </a:cubicBezTo>
                  <a:cubicBezTo>
                    <a:pt x="19381" y="4403"/>
                    <a:pt x="25185" y="10207"/>
                    <a:pt x="25185" y="17346"/>
                  </a:cubicBezTo>
                  <a:lnTo>
                    <a:pt x="29621" y="17346"/>
                  </a:lnTo>
                  <a:cubicBezTo>
                    <a:pt x="29621" y="7772"/>
                    <a:pt x="21849" y="0"/>
                    <a:pt x="122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18"/>
          <p:cNvSpPr txBox="1"/>
          <p:nvPr>
            <p:ph type="title"/>
          </p:nvPr>
        </p:nvSpPr>
        <p:spPr>
          <a:xfrm>
            <a:off x="5155615" y="1818400"/>
            <a:ext cx="3267900" cy="5073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2" name="Google Shape;132;p18"/>
          <p:cNvSpPr txBox="1"/>
          <p:nvPr>
            <p:ph idx="1" type="subTitle"/>
          </p:nvPr>
        </p:nvSpPr>
        <p:spPr>
          <a:xfrm>
            <a:off x="5155615" y="2325775"/>
            <a:ext cx="3267900" cy="1018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133" name="Google Shape;133;p18"/>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_1_1">
    <p:spTree>
      <p:nvGrpSpPr>
        <p:cNvPr id="134" name="Shape 134"/>
        <p:cNvGrpSpPr/>
        <p:nvPr/>
      </p:nvGrpSpPr>
      <p:grpSpPr>
        <a:xfrm>
          <a:off x="0" y="0"/>
          <a:ext cx="0" cy="0"/>
          <a:chOff x="0" y="0"/>
          <a:chExt cx="0" cy="0"/>
        </a:xfrm>
      </p:grpSpPr>
      <p:sp>
        <p:nvSpPr>
          <p:cNvPr id="135" name="Google Shape;135;p19"/>
          <p:cNvSpPr txBox="1"/>
          <p:nvPr>
            <p:ph type="title"/>
          </p:nvPr>
        </p:nvSpPr>
        <p:spPr>
          <a:xfrm>
            <a:off x="721698" y="1818400"/>
            <a:ext cx="3267900" cy="507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800"/>
              <a:buNone/>
              <a:defRPr/>
            </a:lvl1pPr>
            <a:lvl2pPr lvl="1" rtl="0" algn="r">
              <a:spcBef>
                <a:spcPts val="0"/>
              </a:spcBef>
              <a:spcAft>
                <a:spcPts val="0"/>
              </a:spcAft>
              <a:buSzPts val="3500"/>
              <a:buNone/>
              <a:defRPr/>
            </a:lvl2pPr>
            <a:lvl3pPr lvl="2" rtl="0" algn="r">
              <a:spcBef>
                <a:spcPts val="0"/>
              </a:spcBef>
              <a:spcAft>
                <a:spcPts val="0"/>
              </a:spcAft>
              <a:buSzPts val="3500"/>
              <a:buNone/>
              <a:defRPr/>
            </a:lvl3pPr>
            <a:lvl4pPr lvl="3" rtl="0" algn="r">
              <a:spcBef>
                <a:spcPts val="0"/>
              </a:spcBef>
              <a:spcAft>
                <a:spcPts val="0"/>
              </a:spcAft>
              <a:buSzPts val="3500"/>
              <a:buNone/>
              <a:defRPr/>
            </a:lvl4pPr>
            <a:lvl5pPr lvl="4" rtl="0" algn="r">
              <a:spcBef>
                <a:spcPts val="0"/>
              </a:spcBef>
              <a:spcAft>
                <a:spcPts val="0"/>
              </a:spcAft>
              <a:buSzPts val="3500"/>
              <a:buNone/>
              <a:defRPr/>
            </a:lvl5pPr>
            <a:lvl6pPr lvl="5" rtl="0" algn="r">
              <a:spcBef>
                <a:spcPts val="0"/>
              </a:spcBef>
              <a:spcAft>
                <a:spcPts val="0"/>
              </a:spcAft>
              <a:buSzPts val="3500"/>
              <a:buNone/>
              <a:defRPr/>
            </a:lvl6pPr>
            <a:lvl7pPr lvl="6" rtl="0" algn="r">
              <a:spcBef>
                <a:spcPts val="0"/>
              </a:spcBef>
              <a:spcAft>
                <a:spcPts val="0"/>
              </a:spcAft>
              <a:buSzPts val="3500"/>
              <a:buNone/>
              <a:defRPr/>
            </a:lvl7pPr>
            <a:lvl8pPr lvl="7" rtl="0" algn="r">
              <a:spcBef>
                <a:spcPts val="0"/>
              </a:spcBef>
              <a:spcAft>
                <a:spcPts val="0"/>
              </a:spcAft>
              <a:buSzPts val="3500"/>
              <a:buNone/>
              <a:defRPr/>
            </a:lvl8pPr>
            <a:lvl9pPr lvl="8" rtl="0" algn="r">
              <a:spcBef>
                <a:spcPts val="0"/>
              </a:spcBef>
              <a:spcAft>
                <a:spcPts val="0"/>
              </a:spcAft>
              <a:buSzPts val="3500"/>
              <a:buNone/>
              <a:defRPr/>
            </a:lvl9pPr>
          </a:lstStyle>
          <a:p/>
        </p:txBody>
      </p:sp>
      <p:sp>
        <p:nvSpPr>
          <p:cNvPr id="136" name="Google Shape;136;p19"/>
          <p:cNvSpPr txBox="1"/>
          <p:nvPr>
            <p:ph idx="1" type="subTitle"/>
          </p:nvPr>
        </p:nvSpPr>
        <p:spPr>
          <a:xfrm>
            <a:off x="721698" y="2325775"/>
            <a:ext cx="3267900" cy="10185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grpSp>
        <p:nvGrpSpPr>
          <p:cNvPr id="137" name="Google Shape;137;p19"/>
          <p:cNvGrpSpPr/>
          <p:nvPr/>
        </p:nvGrpSpPr>
        <p:grpSpPr>
          <a:xfrm>
            <a:off x="3815671" y="-1612080"/>
            <a:ext cx="8379400" cy="9999105"/>
            <a:chOff x="116750" y="6"/>
            <a:chExt cx="4503843" cy="5374418"/>
          </a:xfrm>
        </p:grpSpPr>
        <p:sp>
          <p:nvSpPr>
            <p:cNvPr id="138" name="Google Shape;138;p19"/>
            <p:cNvSpPr/>
            <p:nvPr/>
          </p:nvSpPr>
          <p:spPr>
            <a:xfrm flipH="1" rot="10800000">
              <a:off x="1896628" y="6"/>
              <a:ext cx="809158" cy="2076716"/>
            </a:xfrm>
            <a:custGeom>
              <a:rect b="b" l="l" r="r" t="t"/>
              <a:pathLst>
                <a:path extrusionOk="0" h="17981" w="7006">
                  <a:moveTo>
                    <a:pt x="1369" y="1"/>
                  </a:moveTo>
                  <a:lnTo>
                    <a:pt x="1369" y="11943"/>
                  </a:lnTo>
                  <a:lnTo>
                    <a:pt x="1" y="11943"/>
                  </a:lnTo>
                  <a:lnTo>
                    <a:pt x="3503" y="17980"/>
                  </a:lnTo>
                  <a:lnTo>
                    <a:pt x="7006" y="11943"/>
                  </a:lnTo>
                  <a:lnTo>
                    <a:pt x="5605" y="11943"/>
                  </a:lnTo>
                  <a:lnTo>
                    <a:pt x="56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9"/>
            <p:cNvSpPr/>
            <p:nvPr/>
          </p:nvSpPr>
          <p:spPr>
            <a:xfrm flipH="1" rot="10800000">
              <a:off x="116750" y="1826071"/>
              <a:ext cx="4503843" cy="3548353"/>
            </a:xfrm>
            <a:custGeom>
              <a:rect b="b" l="l" r="r" t="t"/>
              <a:pathLst>
                <a:path extrusionOk="0" h="30723" w="38996">
                  <a:moveTo>
                    <a:pt x="1" y="0"/>
                  </a:moveTo>
                  <a:lnTo>
                    <a:pt x="1" y="8907"/>
                  </a:lnTo>
                  <a:cubicBezTo>
                    <a:pt x="201" y="20181"/>
                    <a:pt x="9541" y="29321"/>
                    <a:pt x="20816" y="29321"/>
                  </a:cubicBezTo>
                  <a:lnTo>
                    <a:pt x="32924" y="29255"/>
                  </a:lnTo>
                  <a:lnTo>
                    <a:pt x="32924" y="29255"/>
                  </a:lnTo>
                  <a:lnTo>
                    <a:pt x="32924" y="30722"/>
                  </a:lnTo>
                  <a:lnTo>
                    <a:pt x="38995" y="27220"/>
                  </a:lnTo>
                  <a:lnTo>
                    <a:pt x="32924" y="23717"/>
                  </a:lnTo>
                  <a:lnTo>
                    <a:pt x="32924" y="25085"/>
                  </a:lnTo>
                  <a:lnTo>
                    <a:pt x="20749" y="25051"/>
                  </a:lnTo>
                  <a:cubicBezTo>
                    <a:pt x="11909" y="25051"/>
                    <a:pt x="4504" y="17846"/>
                    <a:pt x="4237" y="8973"/>
                  </a:cubicBezTo>
                  <a:lnTo>
                    <a:pt x="42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0" name="Google Shape;140;p19"/>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2">
    <p:spTree>
      <p:nvGrpSpPr>
        <p:cNvPr id="141" name="Shape 141"/>
        <p:cNvGrpSpPr/>
        <p:nvPr/>
      </p:nvGrpSpPr>
      <p:grpSpPr>
        <a:xfrm>
          <a:off x="0" y="0"/>
          <a:ext cx="0" cy="0"/>
          <a:chOff x="0" y="0"/>
          <a:chExt cx="0" cy="0"/>
        </a:xfrm>
      </p:grpSpPr>
      <p:grpSp>
        <p:nvGrpSpPr>
          <p:cNvPr id="142" name="Google Shape;142;p20"/>
          <p:cNvGrpSpPr/>
          <p:nvPr/>
        </p:nvGrpSpPr>
        <p:grpSpPr>
          <a:xfrm>
            <a:off x="22889" y="29617"/>
            <a:ext cx="8931989" cy="5850191"/>
            <a:chOff x="22889" y="29617"/>
            <a:chExt cx="8931989" cy="5850191"/>
          </a:xfrm>
        </p:grpSpPr>
        <p:grpSp>
          <p:nvGrpSpPr>
            <p:cNvPr id="143" name="Google Shape;143;p20"/>
            <p:cNvGrpSpPr/>
            <p:nvPr/>
          </p:nvGrpSpPr>
          <p:grpSpPr>
            <a:xfrm>
              <a:off x="22889" y="29617"/>
              <a:ext cx="6532542" cy="5850191"/>
              <a:chOff x="22889" y="29617"/>
              <a:chExt cx="6532542" cy="5850191"/>
            </a:xfrm>
          </p:grpSpPr>
          <p:grpSp>
            <p:nvGrpSpPr>
              <p:cNvPr id="144" name="Google Shape;144;p20"/>
              <p:cNvGrpSpPr/>
              <p:nvPr/>
            </p:nvGrpSpPr>
            <p:grpSpPr>
              <a:xfrm rot="-5400000">
                <a:off x="-2436928" y="2489435"/>
                <a:ext cx="5850191" cy="930556"/>
                <a:chOff x="5854966" y="4569231"/>
                <a:chExt cx="2743220" cy="436369"/>
              </a:xfrm>
            </p:grpSpPr>
            <p:sp>
              <p:nvSpPr>
                <p:cNvPr id="145" name="Google Shape;145;p20"/>
                <p:cNvSpPr/>
                <p:nvPr/>
              </p:nvSpPr>
              <p:spPr>
                <a:xfrm rot="-5400000">
                  <a:off x="7817646" y="4225060"/>
                  <a:ext cx="436369" cy="1124712"/>
                </a:xfrm>
                <a:custGeom>
                  <a:rect b="b" l="l" r="r" t="t"/>
                  <a:pathLst>
                    <a:path extrusionOk="0" h="17981" w="7006">
                      <a:moveTo>
                        <a:pt x="1369" y="1"/>
                      </a:moveTo>
                      <a:lnTo>
                        <a:pt x="1369" y="11943"/>
                      </a:lnTo>
                      <a:lnTo>
                        <a:pt x="1" y="11943"/>
                      </a:lnTo>
                      <a:lnTo>
                        <a:pt x="3503" y="17980"/>
                      </a:lnTo>
                      <a:lnTo>
                        <a:pt x="7006" y="11943"/>
                      </a:lnTo>
                      <a:lnTo>
                        <a:pt x="5605" y="11943"/>
                      </a:lnTo>
                      <a:lnTo>
                        <a:pt x="56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0"/>
                <p:cNvSpPr/>
                <p:nvPr/>
              </p:nvSpPr>
              <p:spPr>
                <a:xfrm flipH="1">
                  <a:off x="5854966" y="4654528"/>
                  <a:ext cx="1694700" cy="265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20"/>
              <p:cNvSpPr/>
              <p:nvPr/>
            </p:nvSpPr>
            <p:spPr>
              <a:xfrm rot="-5400000">
                <a:off x="2010782" y="24226"/>
                <a:ext cx="2734449" cy="6354849"/>
              </a:xfrm>
              <a:custGeom>
                <a:rect b="b" l="l" r="r" t="t"/>
                <a:pathLst>
                  <a:path extrusionOk="0" h="44967" w="19349">
                    <a:moveTo>
                      <a:pt x="1" y="1"/>
                    </a:moveTo>
                    <a:lnTo>
                      <a:pt x="1" y="4004"/>
                    </a:lnTo>
                    <a:cubicBezTo>
                      <a:pt x="7873" y="4671"/>
                      <a:pt x="14144" y="11409"/>
                      <a:pt x="14144" y="19348"/>
                    </a:cubicBezTo>
                    <a:lnTo>
                      <a:pt x="14144" y="39329"/>
                    </a:lnTo>
                    <a:lnTo>
                      <a:pt x="12843" y="39329"/>
                    </a:lnTo>
                    <a:lnTo>
                      <a:pt x="16079" y="44966"/>
                    </a:lnTo>
                    <a:lnTo>
                      <a:pt x="19348" y="39329"/>
                    </a:lnTo>
                    <a:lnTo>
                      <a:pt x="18047" y="39329"/>
                    </a:lnTo>
                    <a:lnTo>
                      <a:pt x="18114" y="19348"/>
                    </a:lnTo>
                    <a:cubicBezTo>
                      <a:pt x="18114" y="9174"/>
                      <a:pt x="10041" y="66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 name="Google Shape;148;p20"/>
            <p:cNvSpPr/>
            <p:nvPr/>
          </p:nvSpPr>
          <p:spPr>
            <a:xfrm>
              <a:off x="5630400" y="1742400"/>
              <a:ext cx="924900" cy="12240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0"/>
            <p:cNvSpPr/>
            <p:nvPr/>
          </p:nvSpPr>
          <p:spPr>
            <a:xfrm>
              <a:off x="4932000" y="2023200"/>
              <a:ext cx="2527200" cy="5487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0"/>
            <p:cNvSpPr/>
            <p:nvPr/>
          </p:nvSpPr>
          <p:spPr>
            <a:xfrm flipH="1" rot="-5400000">
              <a:off x="7319564" y="1123061"/>
              <a:ext cx="917050" cy="2353578"/>
            </a:xfrm>
            <a:custGeom>
              <a:rect b="b" l="l" r="r" t="t"/>
              <a:pathLst>
                <a:path extrusionOk="0" h="17981" w="7006">
                  <a:moveTo>
                    <a:pt x="1369" y="1"/>
                  </a:moveTo>
                  <a:lnTo>
                    <a:pt x="1369" y="11943"/>
                  </a:lnTo>
                  <a:lnTo>
                    <a:pt x="1" y="11943"/>
                  </a:lnTo>
                  <a:lnTo>
                    <a:pt x="3503" y="17980"/>
                  </a:lnTo>
                  <a:lnTo>
                    <a:pt x="7006" y="11943"/>
                  </a:lnTo>
                  <a:lnTo>
                    <a:pt x="5605" y="11943"/>
                  </a:lnTo>
                  <a:lnTo>
                    <a:pt x="56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51" name="Google Shape;151;p20"/>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
        <p:nvSpPr>
          <p:cNvPr id="152" name="Google Shape;152;p20"/>
          <p:cNvSpPr txBox="1"/>
          <p:nvPr>
            <p:ph type="title"/>
          </p:nvPr>
        </p:nvSpPr>
        <p:spPr>
          <a:xfrm>
            <a:off x="5191718" y="3343742"/>
            <a:ext cx="1944900" cy="5277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3" name="Google Shape;153;p20"/>
          <p:cNvSpPr txBox="1"/>
          <p:nvPr>
            <p:ph idx="1" type="subTitle"/>
          </p:nvPr>
        </p:nvSpPr>
        <p:spPr>
          <a:xfrm>
            <a:off x="5191718" y="3871457"/>
            <a:ext cx="1944900" cy="46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4" name="Google Shape;154;p20"/>
          <p:cNvSpPr txBox="1"/>
          <p:nvPr>
            <p:ph idx="2" type="title"/>
          </p:nvPr>
        </p:nvSpPr>
        <p:spPr>
          <a:xfrm>
            <a:off x="2007382" y="3343755"/>
            <a:ext cx="1944900" cy="5277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5" name="Google Shape;155;p20"/>
          <p:cNvSpPr txBox="1"/>
          <p:nvPr>
            <p:ph idx="3" type="subTitle"/>
          </p:nvPr>
        </p:nvSpPr>
        <p:spPr>
          <a:xfrm>
            <a:off x="2007382" y="3871455"/>
            <a:ext cx="1944900" cy="46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6" name="Google Shape;156;p20"/>
          <p:cNvSpPr txBox="1"/>
          <p:nvPr>
            <p:ph idx="4" type="title"/>
          </p:nvPr>
        </p:nvSpPr>
        <p:spPr>
          <a:xfrm>
            <a:off x="720000" y="539400"/>
            <a:ext cx="77040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57" name="Shape 157"/>
        <p:cNvGrpSpPr/>
        <p:nvPr/>
      </p:nvGrpSpPr>
      <p:grpSpPr>
        <a:xfrm>
          <a:off x="0" y="0"/>
          <a:ext cx="0" cy="0"/>
          <a:chOff x="0" y="0"/>
          <a:chExt cx="0" cy="0"/>
        </a:xfrm>
      </p:grpSpPr>
      <p:sp>
        <p:nvSpPr>
          <p:cNvPr id="158" name="Google Shape;158;p21"/>
          <p:cNvSpPr txBox="1"/>
          <p:nvPr>
            <p:ph type="title"/>
          </p:nvPr>
        </p:nvSpPr>
        <p:spPr>
          <a:xfrm>
            <a:off x="720000" y="539400"/>
            <a:ext cx="77040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9" name="Google Shape;159;p21"/>
          <p:cNvSpPr txBox="1"/>
          <p:nvPr>
            <p:ph idx="2" type="title"/>
          </p:nvPr>
        </p:nvSpPr>
        <p:spPr>
          <a:xfrm>
            <a:off x="3599548" y="3358713"/>
            <a:ext cx="19449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0" name="Google Shape;160;p21"/>
          <p:cNvSpPr txBox="1"/>
          <p:nvPr>
            <p:ph idx="1" type="subTitle"/>
          </p:nvPr>
        </p:nvSpPr>
        <p:spPr>
          <a:xfrm>
            <a:off x="3599552" y="3886430"/>
            <a:ext cx="1944900" cy="448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1" name="Google Shape;161;p21"/>
          <p:cNvSpPr txBox="1"/>
          <p:nvPr>
            <p:ph idx="3" type="title"/>
          </p:nvPr>
        </p:nvSpPr>
        <p:spPr>
          <a:xfrm>
            <a:off x="720000" y="2668525"/>
            <a:ext cx="19449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2" name="Google Shape;162;p21"/>
          <p:cNvSpPr txBox="1"/>
          <p:nvPr>
            <p:ph idx="4" type="subTitle"/>
          </p:nvPr>
        </p:nvSpPr>
        <p:spPr>
          <a:xfrm>
            <a:off x="720025" y="3196225"/>
            <a:ext cx="1944900" cy="448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3" name="Google Shape;163;p21"/>
          <p:cNvSpPr txBox="1"/>
          <p:nvPr>
            <p:ph idx="5" type="title"/>
          </p:nvPr>
        </p:nvSpPr>
        <p:spPr>
          <a:xfrm>
            <a:off x="6486000" y="2668525"/>
            <a:ext cx="19449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4" name="Google Shape;164;p21"/>
          <p:cNvSpPr txBox="1"/>
          <p:nvPr>
            <p:ph idx="6" type="subTitle"/>
          </p:nvPr>
        </p:nvSpPr>
        <p:spPr>
          <a:xfrm>
            <a:off x="6486007" y="3196225"/>
            <a:ext cx="1944900" cy="448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65" name="Google Shape;165;p21"/>
          <p:cNvGrpSpPr/>
          <p:nvPr/>
        </p:nvGrpSpPr>
        <p:grpSpPr>
          <a:xfrm>
            <a:off x="-152" y="4568881"/>
            <a:ext cx="8857515" cy="436369"/>
            <a:chOff x="-259329" y="4569231"/>
            <a:chExt cx="8857515" cy="436369"/>
          </a:xfrm>
        </p:grpSpPr>
        <p:sp>
          <p:nvSpPr>
            <p:cNvPr id="166" name="Google Shape;166;p21"/>
            <p:cNvSpPr/>
            <p:nvPr/>
          </p:nvSpPr>
          <p:spPr>
            <a:xfrm rot="-5400000">
              <a:off x="7817646" y="4225060"/>
              <a:ext cx="436369" cy="1124712"/>
            </a:xfrm>
            <a:custGeom>
              <a:rect b="b" l="l" r="r" t="t"/>
              <a:pathLst>
                <a:path extrusionOk="0" h="17981" w="7006">
                  <a:moveTo>
                    <a:pt x="1369" y="1"/>
                  </a:moveTo>
                  <a:lnTo>
                    <a:pt x="1369" y="11943"/>
                  </a:lnTo>
                  <a:lnTo>
                    <a:pt x="1" y="11943"/>
                  </a:lnTo>
                  <a:lnTo>
                    <a:pt x="3503" y="17980"/>
                  </a:lnTo>
                  <a:lnTo>
                    <a:pt x="7006" y="11943"/>
                  </a:lnTo>
                  <a:lnTo>
                    <a:pt x="5605" y="11943"/>
                  </a:lnTo>
                  <a:lnTo>
                    <a:pt x="56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1"/>
            <p:cNvSpPr/>
            <p:nvPr/>
          </p:nvSpPr>
          <p:spPr>
            <a:xfrm flipH="1">
              <a:off x="-259329" y="4654525"/>
              <a:ext cx="7809000" cy="265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68" name="Google Shape;168;p21"/>
          <p:cNvPicPr preferRelativeResize="0"/>
          <p:nvPr/>
        </p:nvPicPr>
        <p:blipFill>
          <a:blip r:embed="rId2">
            <a:alphaModFix amt="8000"/>
          </a:blip>
          <a:stretch>
            <a:fillRect/>
          </a:stretch>
        </p:blipFill>
        <p:spPr>
          <a:xfrm flipH="1">
            <a:off x="0" y="-21500"/>
            <a:ext cx="9144000" cy="51865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69" name="Shape 169"/>
        <p:cNvGrpSpPr/>
        <p:nvPr/>
      </p:nvGrpSpPr>
      <p:grpSpPr>
        <a:xfrm>
          <a:off x="0" y="0"/>
          <a:ext cx="0" cy="0"/>
          <a:chOff x="0" y="0"/>
          <a:chExt cx="0" cy="0"/>
        </a:xfrm>
      </p:grpSpPr>
      <p:sp>
        <p:nvSpPr>
          <p:cNvPr id="170" name="Google Shape;170;p22"/>
          <p:cNvSpPr txBox="1"/>
          <p:nvPr>
            <p:ph type="title"/>
          </p:nvPr>
        </p:nvSpPr>
        <p:spPr>
          <a:xfrm>
            <a:off x="3599548" y="2941385"/>
            <a:ext cx="19449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1" name="Google Shape;171;p22"/>
          <p:cNvSpPr txBox="1"/>
          <p:nvPr>
            <p:ph idx="1" type="subTitle"/>
          </p:nvPr>
        </p:nvSpPr>
        <p:spPr>
          <a:xfrm>
            <a:off x="3599552" y="3469104"/>
            <a:ext cx="1944900" cy="677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2" name="Google Shape;172;p22"/>
          <p:cNvSpPr txBox="1"/>
          <p:nvPr>
            <p:ph idx="2" type="title"/>
          </p:nvPr>
        </p:nvSpPr>
        <p:spPr>
          <a:xfrm>
            <a:off x="720000" y="2941397"/>
            <a:ext cx="19449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3" name="Google Shape;173;p22"/>
          <p:cNvSpPr txBox="1"/>
          <p:nvPr>
            <p:ph idx="3" type="subTitle"/>
          </p:nvPr>
        </p:nvSpPr>
        <p:spPr>
          <a:xfrm>
            <a:off x="720025" y="3469097"/>
            <a:ext cx="1944900" cy="677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4" name="Google Shape;174;p22"/>
          <p:cNvSpPr txBox="1"/>
          <p:nvPr>
            <p:ph idx="4" type="title"/>
          </p:nvPr>
        </p:nvSpPr>
        <p:spPr>
          <a:xfrm>
            <a:off x="6486000" y="2941397"/>
            <a:ext cx="19449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5" name="Google Shape;175;p22"/>
          <p:cNvSpPr txBox="1"/>
          <p:nvPr>
            <p:ph idx="5" type="subTitle"/>
          </p:nvPr>
        </p:nvSpPr>
        <p:spPr>
          <a:xfrm>
            <a:off x="6486007" y="3469097"/>
            <a:ext cx="1944900" cy="677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6" name="Google Shape;176;p22"/>
          <p:cNvSpPr txBox="1"/>
          <p:nvPr>
            <p:ph idx="6" type="title"/>
          </p:nvPr>
        </p:nvSpPr>
        <p:spPr>
          <a:xfrm>
            <a:off x="720000" y="539400"/>
            <a:ext cx="77040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77" name="Google Shape;177;p22"/>
          <p:cNvGrpSpPr/>
          <p:nvPr/>
        </p:nvGrpSpPr>
        <p:grpSpPr>
          <a:xfrm flipH="1" rot="-5400000">
            <a:off x="-873049" y="1057522"/>
            <a:ext cx="5098113" cy="2956468"/>
            <a:chOff x="3968860" y="656575"/>
            <a:chExt cx="5098113" cy="2956468"/>
          </a:xfrm>
        </p:grpSpPr>
        <p:sp>
          <p:nvSpPr>
            <p:cNvPr id="178" name="Google Shape;178;p22"/>
            <p:cNvSpPr/>
            <p:nvPr/>
          </p:nvSpPr>
          <p:spPr>
            <a:xfrm>
              <a:off x="7794825" y="656575"/>
              <a:ext cx="1272148" cy="2956468"/>
            </a:xfrm>
            <a:custGeom>
              <a:rect b="b" l="l" r="r" t="t"/>
              <a:pathLst>
                <a:path extrusionOk="0" h="44967" w="19349">
                  <a:moveTo>
                    <a:pt x="1" y="1"/>
                  </a:moveTo>
                  <a:lnTo>
                    <a:pt x="1" y="4004"/>
                  </a:lnTo>
                  <a:cubicBezTo>
                    <a:pt x="7873" y="4671"/>
                    <a:pt x="14144" y="11409"/>
                    <a:pt x="14144" y="19348"/>
                  </a:cubicBezTo>
                  <a:lnTo>
                    <a:pt x="14144" y="39329"/>
                  </a:lnTo>
                  <a:lnTo>
                    <a:pt x="12843" y="39329"/>
                  </a:lnTo>
                  <a:lnTo>
                    <a:pt x="16079" y="44966"/>
                  </a:lnTo>
                  <a:lnTo>
                    <a:pt x="19348" y="39329"/>
                  </a:lnTo>
                  <a:lnTo>
                    <a:pt x="18047" y="39329"/>
                  </a:lnTo>
                  <a:lnTo>
                    <a:pt x="18114" y="19348"/>
                  </a:lnTo>
                  <a:cubicBezTo>
                    <a:pt x="18114" y="9174"/>
                    <a:pt x="10041" y="66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2"/>
            <p:cNvSpPr/>
            <p:nvPr/>
          </p:nvSpPr>
          <p:spPr>
            <a:xfrm>
              <a:off x="3968860" y="656577"/>
              <a:ext cx="3840300" cy="26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80" name="Google Shape;180;p22"/>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81" name="Shape 181"/>
        <p:cNvGrpSpPr/>
        <p:nvPr/>
      </p:nvGrpSpPr>
      <p:grpSpPr>
        <a:xfrm>
          <a:off x="0" y="0"/>
          <a:ext cx="0" cy="0"/>
          <a:chOff x="0" y="0"/>
          <a:chExt cx="0" cy="0"/>
        </a:xfrm>
      </p:grpSpPr>
      <p:sp>
        <p:nvSpPr>
          <p:cNvPr id="182" name="Google Shape;182;p23"/>
          <p:cNvSpPr txBox="1"/>
          <p:nvPr>
            <p:ph type="title"/>
          </p:nvPr>
        </p:nvSpPr>
        <p:spPr>
          <a:xfrm>
            <a:off x="865488" y="1509084"/>
            <a:ext cx="1978200" cy="527700"/>
          </a:xfrm>
          <a:prstGeom prst="rect">
            <a:avLst/>
          </a:prstGeom>
          <a:noFill/>
        </p:spPr>
        <p:txBody>
          <a:bodyPr anchorCtr="0" anchor="ctr" bIns="91425" lIns="91425" spcFirstLastPara="1" rIns="91425" wrap="square" tIns="91425">
            <a:noAutofit/>
          </a:bodyPr>
          <a:lstStyle>
            <a:lvl1pPr lvl="0" rtl="0" algn="r">
              <a:lnSpc>
                <a:spcPct val="80000"/>
              </a:lnSpc>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83" name="Google Shape;183;p23"/>
          <p:cNvSpPr txBox="1"/>
          <p:nvPr>
            <p:ph idx="1" type="subTitle"/>
          </p:nvPr>
        </p:nvSpPr>
        <p:spPr>
          <a:xfrm>
            <a:off x="865488" y="2043311"/>
            <a:ext cx="1978200" cy="4482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4" name="Google Shape;184;p23"/>
          <p:cNvSpPr txBox="1"/>
          <p:nvPr>
            <p:ph idx="2" type="title"/>
          </p:nvPr>
        </p:nvSpPr>
        <p:spPr>
          <a:xfrm>
            <a:off x="6300295" y="1509084"/>
            <a:ext cx="1978200" cy="5277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85" name="Google Shape;185;p23"/>
          <p:cNvSpPr txBox="1"/>
          <p:nvPr>
            <p:ph idx="3" type="subTitle"/>
          </p:nvPr>
        </p:nvSpPr>
        <p:spPr>
          <a:xfrm>
            <a:off x="6300288" y="2043311"/>
            <a:ext cx="1978200" cy="448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6" name="Google Shape;186;p23"/>
          <p:cNvSpPr txBox="1"/>
          <p:nvPr>
            <p:ph idx="4" type="title"/>
          </p:nvPr>
        </p:nvSpPr>
        <p:spPr>
          <a:xfrm>
            <a:off x="865488" y="3090484"/>
            <a:ext cx="1978200" cy="527700"/>
          </a:xfrm>
          <a:prstGeom prst="rect">
            <a:avLst/>
          </a:prstGeom>
        </p:spPr>
        <p:txBody>
          <a:bodyPr anchorCtr="0" anchor="ctr" bIns="91425" lIns="91425" spcFirstLastPara="1" rIns="91425" wrap="square" tIns="91425">
            <a:noAutofit/>
          </a:bodyPr>
          <a:lstStyle>
            <a:lvl1pPr lvl="0" rtl="0" algn="r">
              <a:lnSpc>
                <a:spcPct val="80000"/>
              </a:lnSpc>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87" name="Google Shape;187;p23"/>
          <p:cNvSpPr txBox="1"/>
          <p:nvPr>
            <p:ph idx="5" type="subTitle"/>
          </p:nvPr>
        </p:nvSpPr>
        <p:spPr>
          <a:xfrm>
            <a:off x="865488" y="3624711"/>
            <a:ext cx="1978200" cy="4482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8" name="Google Shape;188;p23"/>
          <p:cNvSpPr txBox="1"/>
          <p:nvPr>
            <p:ph idx="6" type="title"/>
          </p:nvPr>
        </p:nvSpPr>
        <p:spPr>
          <a:xfrm>
            <a:off x="6300295" y="3090484"/>
            <a:ext cx="1978200" cy="5277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89" name="Google Shape;189;p23"/>
          <p:cNvSpPr txBox="1"/>
          <p:nvPr>
            <p:ph idx="7" type="subTitle"/>
          </p:nvPr>
        </p:nvSpPr>
        <p:spPr>
          <a:xfrm>
            <a:off x="6300288" y="3624711"/>
            <a:ext cx="1978200" cy="448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0" name="Google Shape;190;p23"/>
          <p:cNvSpPr txBox="1"/>
          <p:nvPr>
            <p:ph idx="8" type="title"/>
          </p:nvPr>
        </p:nvSpPr>
        <p:spPr>
          <a:xfrm>
            <a:off x="720000" y="539400"/>
            <a:ext cx="77040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91" name="Google Shape;191;p23"/>
          <p:cNvGrpSpPr/>
          <p:nvPr/>
        </p:nvGrpSpPr>
        <p:grpSpPr>
          <a:xfrm flipH="1" rot="10800000">
            <a:off x="133204" y="-1489513"/>
            <a:ext cx="2598433" cy="6441586"/>
            <a:chOff x="133204" y="143914"/>
            <a:chExt cx="2598433" cy="6441586"/>
          </a:xfrm>
        </p:grpSpPr>
        <p:grpSp>
          <p:nvGrpSpPr>
            <p:cNvPr id="192" name="Google Shape;192;p23"/>
            <p:cNvGrpSpPr/>
            <p:nvPr/>
          </p:nvGrpSpPr>
          <p:grpSpPr>
            <a:xfrm rot="-5400000">
              <a:off x="-2879245" y="3156362"/>
              <a:ext cx="6441586" cy="416688"/>
              <a:chOff x="1852364" y="4569231"/>
              <a:chExt cx="6745822" cy="436369"/>
            </a:xfrm>
          </p:grpSpPr>
          <p:sp>
            <p:nvSpPr>
              <p:cNvPr id="193" name="Google Shape;193;p23"/>
              <p:cNvSpPr/>
              <p:nvPr/>
            </p:nvSpPr>
            <p:spPr>
              <a:xfrm rot="-5400000">
                <a:off x="7817646" y="4225060"/>
                <a:ext cx="436369" cy="1124712"/>
              </a:xfrm>
              <a:custGeom>
                <a:rect b="b" l="l" r="r" t="t"/>
                <a:pathLst>
                  <a:path extrusionOk="0" h="17981" w="7006">
                    <a:moveTo>
                      <a:pt x="1369" y="1"/>
                    </a:moveTo>
                    <a:lnTo>
                      <a:pt x="1369" y="11943"/>
                    </a:lnTo>
                    <a:lnTo>
                      <a:pt x="1" y="11943"/>
                    </a:lnTo>
                    <a:lnTo>
                      <a:pt x="3503" y="17980"/>
                    </a:lnTo>
                    <a:lnTo>
                      <a:pt x="7006" y="11943"/>
                    </a:lnTo>
                    <a:lnTo>
                      <a:pt x="5605" y="11943"/>
                    </a:lnTo>
                    <a:lnTo>
                      <a:pt x="56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3"/>
              <p:cNvSpPr/>
              <p:nvPr/>
            </p:nvSpPr>
            <p:spPr>
              <a:xfrm flipH="1">
                <a:off x="1852364" y="4654524"/>
                <a:ext cx="5697300" cy="265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5" name="Google Shape;195;p23"/>
            <p:cNvSpPr/>
            <p:nvPr/>
          </p:nvSpPr>
          <p:spPr>
            <a:xfrm flipH="1" rot="10800000">
              <a:off x="197774" y="4568893"/>
              <a:ext cx="2533863" cy="1996304"/>
            </a:xfrm>
            <a:custGeom>
              <a:rect b="b" l="l" r="r" t="t"/>
              <a:pathLst>
                <a:path extrusionOk="0" h="30723" w="38996">
                  <a:moveTo>
                    <a:pt x="1" y="0"/>
                  </a:moveTo>
                  <a:lnTo>
                    <a:pt x="1" y="8907"/>
                  </a:lnTo>
                  <a:cubicBezTo>
                    <a:pt x="201" y="20181"/>
                    <a:pt x="9541" y="29321"/>
                    <a:pt x="20816" y="29321"/>
                  </a:cubicBezTo>
                  <a:lnTo>
                    <a:pt x="32924" y="29255"/>
                  </a:lnTo>
                  <a:lnTo>
                    <a:pt x="32924" y="29255"/>
                  </a:lnTo>
                  <a:lnTo>
                    <a:pt x="32924" y="30722"/>
                  </a:lnTo>
                  <a:lnTo>
                    <a:pt x="38995" y="27220"/>
                  </a:lnTo>
                  <a:lnTo>
                    <a:pt x="32924" y="23717"/>
                  </a:lnTo>
                  <a:lnTo>
                    <a:pt x="32924" y="25085"/>
                  </a:lnTo>
                  <a:lnTo>
                    <a:pt x="20749" y="25051"/>
                  </a:lnTo>
                  <a:cubicBezTo>
                    <a:pt x="11909" y="25051"/>
                    <a:pt x="4504" y="17846"/>
                    <a:pt x="4237" y="8973"/>
                  </a:cubicBezTo>
                  <a:lnTo>
                    <a:pt x="42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96" name="Google Shape;196;p23"/>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97" name="Shape 197"/>
        <p:cNvGrpSpPr/>
        <p:nvPr/>
      </p:nvGrpSpPr>
      <p:grpSpPr>
        <a:xfrm>
          <a:off x="0" y="0"/>
          <a:ext cx="0" cy="0"/>
          <a:chOff x="0" y="0"/>
          <a:chExt cx="0" cy="0"/>
        </a:xfrm>
      </p:grpSpPr>
      <p:grpSp>
        <p:nvGrpSpPr>
          <p:cNvPr id="198" name="Google Shape;198;p24"/>
          <p:cNvGrpSpPr/>
          <p:nvPr/>
        </p:nvGrpSpPr>
        <p:grpSpPr>
          <a:xfrm rot="5400000">
            <a:off x="2467455" y="-3796817"/>
            <a:ext cx="2598433" cy="10307483"/>
            <a:chOff x="133204" y="-3742286"/>
            <a:chExt cx="2598433" cy="10307483"/>
          </a:xfrm>
        </p:grpSpPr>
        <p:grpSp>
          <p:nvGrpSpPr>
            <p:cNvPr id="199" name="Google Shape;199;p24"/>
            <p:cNvGrpSpPr/>
            <p:nvPr/>
          </p:nvGrpSpPr>
          <p:grpSpPr>
            <a:xfrm rot="-5400000">
              <a:off x="-4171801" y="562718"/>
              <a:ext cx="9026697" cy="416688"/>
              <a:chOff x="3214903" y="4569231"/>
              <a:chExt cx="9453029" cy="436369"/>
            </a:xfrm>
          </p:grpSpPr>
          <p:sp>
            <p:nvSpPr>
              <p:cNvPr id="200" name="Google Shape;200;p24"/>
              <p:cNvSpPr/>
              <p:nvPr/>
            </p:nvSpPr>
            <p:spPr>
              <a:xfrm rot="-5400000">
                <a:off x="11887392" y="4225060"/>
                <a:ext cx="436369" cy="1124712"/>
              </a:xfrm>
              <a:custGeom>
                <a:rect b="b" l="l" r="r" t="t"/>
                <a:pathLst>
                  <a:path extrusionOk="0" h="17981" w="7006">
                    <a:moveTo>
                      <a:pt x="1369" y="1"/>
                    </a:moveTo>
                    <a:lnTo>
                      <a:pt x="1369" y="11943"/>
                    </a:lnTo>
                    <a:lnTo>
                      <a:pt x="1" y="11943"/>
                    </a:lnTo>
                    <a:lnTo>
                      <a:pt x="3503" y="17980"/>
                    </a:lnTo>
                    <a:lnTo>
                      <a:pt x="7006" y="11943"/>
                    </a:lnTo>
                    <a:lnTo>
                      <a:pt x="5605" y="11943"/>
                    </a:lnTo>
                    <a:lnTo>
                      <a:pt x="56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4"/>
              <p:cNvSpPr/>
              <p:nvPr/>
            </p:nvSpPr>
            <p:spPr>
              <a:xfrm flipH="1">
                <a:off x="3214903" y="4654519"/>
                <a:ext cx="8404500" cy="265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2" name="Google Shape;202;p24"/>
            <p:cNvSpPr/>
            <p:nvPr/>
          </p:nvSpPr>
          <p:spPr>
            <a:xfrm flipH="1" rot="10800000">
              <a:off x="197774" y="4568893"/>
              <a:ext cx="2533863" cy="1996304"/>
            </a:xfrm>
            <a:custGeom>
              <a:rect b="b" l="l" r="r" t="t"/>
              <a:pathLst>
                <a:path extrusionOk="0" h="30723" w="38996">
                  <a:moveTo>
                    <a:pt x="1" y="0"/>
                  </a:moveTo>
                  <a:lnTo>
                    <a:pt x="1" y="8907"/>
                  </a:lnTo>
                  <a:cubicBezTo>
                    <a:pt x="201" y="20181"/>
                    <a:pt x="9541" y="29321"/>
                    <a:pt x="20816" y="29321"/>
                  </a:cubicBezTo>
                  <a:lnTo>
                    <a:pt x="32924" y="29255"/>
                  </a:lnTo>
                  <a:lnTo>
                    <a:pt x="32924" y="29255"/>
                  </a:lnTo>
                  <a:lnTo>
                    <a:pt x="32924" y="30722"/>
                  </a:lnTo>
                  <a:lnTo>
                    <a:pt x="38995" y="27220"/>
                  </a:lnTo>
                  <a:lnTo>
                    <a:pt x="32924" y="23717"/>
                  </a:lnTo>
                  <a:lnTo>
                    <a:pt x="32924" y="25085"/>
                  </a:lnTo>
                  <a:lnTo>
                    <a:pt x="20749" y="25051"/>
                  </a:lnTo>
                  <a:cubicBezTo>
                    <a:pt x="11909" y="25051"/>
                    <a:pt x="4504" y="17846"/>
                    <a:pt x="4237" y="8973"/>
                  </a:cubicBezTo>
                  <a:lnTo>
                    <a:pt x="42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 name="Google Shape;203;p24"/>
          <p:cNvSpPr txBox="1"/>
          <p:nvPr>
            <p:ph type="title"/>
          </p:nvPr>
        </p:nvSpPr>
        <p:spPr>
          <a:xfrm>
            <a:off x="2174175" y="1286588"/>
            <a:ext cx="1986000" cy="527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04" name="Google Shape;204;p24"/>
          <p:cNvSpPr txBox="1"/>
          <p:nvPr>
            <p:ph idx="1" type="subTitle"/>
          </p:nvPr>
        </p:nvSpPr>
        <p:spPr>
          <a:xfrm>
            <a:off x="2174175" y="1814288"/>
            <a:ext cx="1986000" cy="465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5" name="Google Shape;205;p24"/>
          <p:cNvSpPr txBox="1"/>
          <p:nvPr>
            <p:ph idx="2" type="title"/>
          </p:nvPr>
        </p:nvSpPr>
        <p:spPr>
          <a:xfrm>
            <a:off x="6145098" y="1286600"/>
            <a:ext cx="1986000" cy="527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06" name="Google Shape;206;p24"/>
          <p:cNvSpPr txBox="1"/>
          <p:nvPr>
            <p:ph idx="3" type="subTitle"/>
          </p:nvPr>
        </p:nvSpPr>
        <p:spPr>
          <a:xfrm>
            <a:off x="6145150" y="1814300"/>
            <a:ext cx="1986000" cy="465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7" name="Google Shape;207;p24"/>
          <p:cNvSpPr txBox="1"/>
          <p:nvPr>
            <p:ph idx="4" type="title"/>
          </p:nvPr>
        </p:nvSpPr>
        <p:spPr>
          <a:xfrm>
            <a:off x="2174175" y="3611400"/>
            <a:ext cx="1986000" cy="527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08" name="Google Shape;208;p24"/>
          <p:cNvSpPr txBox="1"/>
          <p:nvPr>
            <p:ph idx="5" type="subTitle"/>
          </p:nvPr>
        </p:nvSpPr>
        <p:spPr>
          <a:xfrm>
            <a:off x="2174175" y="4139100"/>
            <a:ext cx="1986000" cy="465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9" name="Google Shape;209;p24"/>
          <p:cNvSpPr txBox="1"/>
          <p:nvPr>
            <p:ph idx="6" type="title"/>
          </p:nvPr>
        </p:nvSpPr>
        <p:spPr>
          <a:xfrm>
            <a:off x="6145098" y="3611400"/>
            <a:ext cx="1986000" cy="527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0" name="Google Shape;210;p24"/>
          <p:cNvSpPr txBox="1"/>
          <p:nvPr>
            <p:ph idx="7" type="subTitle"/>
          </p:nvPr>
        </p:nvSpPr>
        <p:spPr>
          <a:xfrm>
            <a:off x="6145097" y="4139100"/>
            <a:ext cx="1986000" cy="465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1" name="Google Shape;211;p24"/>
          <p:cNvSpPr txBox="1"/>
          <p:nvPr>
            <p:ph idx="8" type="title"/>
          </p:nvPr>
        </p:nvSpPr>
        <p:spPr>
          <a:xfrm>
            <a:off x="2174177" y="2449000"/>
            <a:ext cx="1986000" cy="527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2" name="Google Shape;212;p24"/>
          <p:cNvSpPr txBox="1"/>
          <p:nvPr>
            <p:ph idx="9" type="subTitle"/>
          </p:nvPr>
        </p:nvSpPr>
        <p:spPr>
          <a:xfrm>
            <a:off x="2174175" y="2976700"/>
            <a:ext cx="1986000" cy="465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3" name="Google Shape;213;p24"/>
          <p:cNvSpPr txBox="1"/>
          <p:nvPr>
            <p:ph idx="13" type="title"/>
          </p:nvPr>
        </p:nvSpPr>
        <p:spPr>
          <a:xfrm>
            <a:off x="6145102" y="2449000"/>
            <a:ext cx="1986000" cy="527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4" name="Google Shape;214;p24"/>
          <p:cNvSpPr txBox="1"/>
          <p:nvPr>
            <p:ph idx="14" type="subTitle"/>
          </p:nvPr>
        </p:nvSpPr>
        <p:spPr>
          <a:xfrm>
            <a:off x="6145100" y="2976700"/>
            <a:ext cx="1986000" cy="465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5" name="Google Shape;215;p24"/>
          <p:cNvSpPr txBox="1"/>
          <p:nvPr>
            <p:ph idx="15" type="title"/>
          </p:nvPr>
        </p:nvSpPr>
        <p:spPr>
          <a:xfrm>
            <a:off x="720000" y="539400"/>
            <a:ext cx="77040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216" name="Google Shape;216;p24"/>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217" name="Shape 217"/>
        <p:cNvGrpSpPr/>
        <p:nvPr/>
      </p:nvGrpSpPr>
      <p:grpSpPr>
        <a:xfrm>
          <a:off x="0" y="0"/>
          <a:ext cx="0" cy="0"/>
          <a:chOff x="0" y="0"/>
          <a:chExt cx="0" cy="0"/>
        </a:xfrm>
      </p:grpSpPr>
      <p:grpSp>
        <p:nvGrpSpPr>
          <p:cNvPr id="218" name="Google Shape;218;p25"/>
          <p:cNvGrpSpPr/>
          <p:nvPr/>
        </p:nvGrpSpPr>
        <p:grpSpPr>
          <a:xfrm>
            <a:off x="-1899240" y="567789"/>
            <a:ext cx="10642431" cy="4553639"/>
            <a:chOff x="-1899240" y="157989"/>
            <a:chExt cx="10642431" cy="4553639"/>
          </a:xfrm>
        </p:grpSpPr>
        <p:grpSp>
          <p:nvGrpSpPr>
            <p:cNvPr id="219" name="Google Shape;219;p25"/>
            <p:cNvGrpSpPr/>
            <p:nvPr/>
          </p:nvGrpSpPr>
          <p:grpSpPr>
            <a:xfrm>
              <a:off x="-145720" y="4215249"/>
              <a:ext cx="8888911" cy="416688"/>
              <a:chOff x="-710548" y="4569231"/>
              <a:chExt cx="9308734" cy="436369"/>
            </a:xfrm>
          </p:grpSpPr>
          <p:sp>
            <p:nvSpPr>
              <p:cNvPr id="220" name="Google Shape;220;p25"/>
              <p:cNvSpPr/>
              <p:nvPr/>
            </p:nvSpPr>
            <p:spPr>
              <a:xfrm rot="-5400000">
                <a:off x="7817646" y="4225060"/>
                <a:ext cx="436369" cy="1124712"/>
              </a:xfrm>
              <a:custGeom>
                <a:rect b="b" l="l" r="r" t="t"/>
                <a:pathLst>
                  <a:path extrusionOk="0" h="17981" w="7006">
                    <a:moveTo>
                      <a:pt x="1369" y="1"/>
                    </a:moveTo>
                    <a:lnTo>
                      <a:pt x="1369" y="11943"/>
                    </a:lnTo>
                    <a:lnTo>
                      <a:pt x="1" y="11943"/>
                    </a:lnTo>
                    <a:lnTo>
                      <a:pt x="3503" y="17980"/>
                    </a:lnTo>
                    <a:lnTo>
                      <a:pt x="7006" y="11943"/>
                    </a:lnTo>
                    <a:lnTo>
                      <a:pt x="5605" y="11943"/>
                    </a:lnTo>
                    <a:lnTo>
                      <a:pt x="56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5"/>
              <p:cNvSpPr/>
              <p:nvPr/>
            </p:nvSpPr>
            <p:spPr>
              <a:xfrm flipH="1">
                <a:off x="-710548" y="4654503"/>
                <a:ext cx="8260200" cy="265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2" name="Google Shape;222;p25"/>
            <p:cNvGrpSpPr/>
            <p:nvPr/>
          </p:nvGrpSpPr>
          <p:grpSpPr>
            <a:xfrm flipH="1" rot="5400000">
              <a:off x="-1094983" y="1377087"/>
              <a:ext cx="2865662" cy="427467"/>
              <a:chOff x="5672848" y="4569231"/>
              <a:chExt cx="2925339" cy="436369"/>
            </a:xfrm>
          </p:grpSpPr>
          <p:sp>
            <p:nvSpPr>
              <p:cNvPr id="223" name="Google Shape;223;p25"/>
              <p:cNvSpPr/>
              <p:nvPr/>
            </p:nvSpPr>
            <p:spPr>
              <a:xfrm rot="-5400000">
                <a:off x="7817646" y="4225060"/>
                <a:ext cx="436369" cy="1124712"/>
              </a:xfrm>
              <a:custGeom>
                <a:rect b="b" l="l" r="r" t="t"/>
                <a:pathLst>
                  <a:path extrusionOk="0" h="17981" w="7006">
                    <a:moveTo>
                      <a:pt x="1369" y="1"/>
                    </a:moveTo>
                    <a:lnTo>
                      <a:pt x="1369" y="11943"/>
                    </a:lnTo>
                    <a:lnTo>
                      <a:pt x="1" y="11943"/>
                    </a:lnTo>
                    <a:lnTo>
                      <a:pt x="3503" y="17980"/>
                    </a:lnTo>
                    <a:lnTo>
                      <a:pt x="7006" y="11943"/>
                    </a:lnTo>
                    <a:lnTo>
                      <a:pt x="5605" y="11943"/>
                    </a:lnTo>
                    <a:lnTo>
                      <a:pt x="56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5"/>
              <p:cNvSpPr/>
              <p:nvPr/>
            </p:nvSpPr>
            <p:spPr>
              <a:xfrm flipH="1">
                <a:off x="5672848" y="4654499"/>
                <a:ext cx="1876800" cy="265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5" name="Google Shape;225;p25"/>
            <p:cNvSpPr/>
            <p:nvPr/>
          </p:nvSpPr>
          <p:spPr>
            <a:xfrm flipH="1">
              <a:off x="-1899240" y="2847050"/>
              <a:ext cx="2366570" cy="1864579"/>
            </a:xfrm>
            <a:custGeom>
              <a:rect b="b" l="l" r="r" t="t"/>
              <a:pathLst>
                <a:path extrusionOk="0" h="30723" w="38996">
                  <a:moveTo>
                    <a:pt x="1" y="0"/>
                  </a:moveTo>
                  <a:lnTo>
                    <a:pt x="1" y="8907"/>
                  </a:lnTo>
                  <a:cubicBezTo>
                    <a:pt x="201" y="20181"/>
                    <a:pt x="9541" y="29321"/>
                    <a:pt x="20816" y="29321"/>
                  </a:cubicBezTo>
                  <a:lnTo>
                    <a:pt x="32924" y="29255"/>
                  </a:lnTo>
                  <a:lnTo>
                    <a:pt x="32924" y="29255"/>
                  </a:lnTo>
                  <a:lnTo>
                    <a:pt x="32924" y="30722"/>
                  </a:lnTo>
                  <a:lnTo>
                    <a:pt x="38995" y="27220"/>
                  </a:lnTo>
                  <a:lnTo>
                    <a:pt x="32924" y="23717"/>
                  </a:lnTo>
                  <a:lnTo>
                    <a:pt x="32924" y="25085"/>
                  </a:lnTo>
                  <a:lnTo>
                    <a:pt x="20749" y="25051"/>
                  </a:lnTo>
                  <a:cubicBezTo>
                    <a:pt x="11909" y="25051"/>
                    <a:pt x="4504" y="17846"/>
                    <a:pt x="4237" y="8973"/>
                  </a:cubicBezTo>
                  <a:lnTo>
                    <a:pt x="42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6" name="Google Shape;226;p25"/>
          <p:cNvSpPr txBox="1"/>
          <p:nvPr>
            <p:ph type="title"/>
          </p:nvPr>
        </p:nvSpPr>
        <p:spPr>
          <a:xfrm>
            <a:off x="720000" y="539400"/>
            <a:ext cx="77040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227" name="Google Shape;227;p25"/>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_1">
    <p:spTree>
      <p:nvGrpSpPr>
        <p:cNvPr id="228" name="Shape 228"/>
        <p:cNvGrpSpPr/>
        <p:nvPr/>
      </p:nvGrpSpPr>
      <p:grpSpPr>
        <a:xfrm>
          <a:off x="0" y="0"/>
          <a:ext cx="0" cy="0"/>
          <a:chOff x="0" y="0"/>
          <a:chExt cx="0" cy="0"/>
        </a:xfrm>
      </p:grpSpPr>
      <p:grpSp>
        <p:nvGrpSpPr>
          <p:cNvPr id="229" name="Google Shape;229;p26"/>
          <p:cNvGrpSpPr/>
          <p:nvPr/>
        </p:nvGrpSpPr>
        <p:grpSpPr>
          <a:xfrm>
            <a:off x="-145720" y="4625049"/>
            <a:ext cx="8888911" cy="416688"/>
            <a:chOff x="-710548" y="4569231"/>
            <a:chExt cx="9308734" cy="436369"/>
          </a:xfrm>
        </p:grpSpPr>
        <p:sp>
          <p:nvSpPr>
            <p:cNvPr id="230" name="Google Shape;230;p26"/>
            <p:cNvSpPr/>
            <p:nvPr/>
          </p:nvSpPr>
          <p:spPr>
            <a:xfrm rot="-5400000">
              <a:off x="7817646" y="4225060"/>
              <a:ext cx="436369" cy="1124712"/>
            </a:xfrm>
            <a:custGeom>
              <a:rect b="b" l="l" r="r" t="t"/>
              <a:pathLst>
                <a:path extrusionOk="0" h="17981" w="7006">
                  <a:moveTo>
                    <a:pt x="1369" y="1"/>
                  </a:moveTo>
                  <a:lnTo>
                    <a:pt x="1369" y="11943"/>
                  </a:lnTo>
                  <a:lnTo>
                    <a:pt x="1" y="11943"/>
                  </a:lnTo>
                  <a:lnTo>
                    <a:pt x="3503" y="17980"/>
                  </a:lnTo>
                  <a:lnTo>
                    <a:pt x="7006" y="11943"/>
                  </a:lnTo>
                  <a:lnTo>
                    <a:pt x="5605" y="11943"/>
                  </a:lnTo>
                  <a:lnTo>
                    <a:pt x="56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6"/>
            <p:cNvSpPr/>
            <p:nvPr/>
          </p:nvSpPr>
          <p:spPr>
            <a:xfrm flipH="1">
              <a:off x="-710548" y="4654503"/>
              <a:ext cx="8260200" cy="265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2" name="Google Shape;232;p26"/>
          <p:cNvSpPr txBox="1"/>
          <p:nvPr>
            <p:ph type="title"/>
          </p:nvPr>
        </p:nvSpPr>
        <p:spPr>
          <a:xfrm>
            <a:off x="720000" y="539400"/>
            <a:ext cx="77040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233" name="Google Shape;233;p26"/>
          <p:cNvPicPr preferRelativeResize="0"/>
          <p:nvPr/>
        </p:nvPicPr>
        <p:blipFill>
          <a:blip r:embed="rId2">
            <a:alphaModFix amt="8000"/>
          </a:blip>
          <a:stretch>
            <a:fillRect/>
          </a:stretch>
        </p:blipFill>
        <p:spPr>
          <a:xfrm flipH="1">
            <a:off x="0" y="-21500"/>
            <a:ext cx="9144000" cy="5186500"/>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34" name="Shape 234"/>
        <p:cNvGrpSpPr/>
        <p:nvPr/>
      </p:nvGrpSpPr>
      <p:grpSpPr>
        <a:xfrm>
          <a:off x="0" y="0"/>
          <a:ext cx="0" cy="0"/>
          <a:chOff x="0" y="0"/>
          <a:chExt cx="0" cy="0"/>
        </a:xfrm>
      </p:grpSpPr>
      <p:grpSp>
        <p:nvGrpSpPr>
          <p:cNvPr id="235" name="Google Shape;235;p27"/>
          <p:cNvGrpSpPr/>
          <p:nvPr/>
        </p:nvGrpSpPr>
        <p:grpSpPr>
          <a:xfrm rot="-5400000">
            <a:off x="-887330" y="1128469"/>
            <a:ext cx="5113419" cy="2956493"/>
            <a:chOff x="3953555" y="656550"/>
            <a:chExt cx="5113419" cy="2956493"/>
          </a:xfrm>
        </p:grpSpPr>
        <p:sp>
          <p:nvSpPr>
            <p:cNvPr id="236" name="Google Shape;236;p27"/>
            <p:cNvSpPr/>
            <p:nvPr/>
          </p:nvSpPr>
          <p:spPr>
            <a:xfrm>
              <a:off x="7794825" y="656575"/>
              <a:ext cx="1272148" cy="2956468"/>
            </a:xfrm>
            <a:custGeom>
              <a:rect b="b" l="l" r="r" t="t"/>
              <a:pathLst>
                <a:path extrusionOk="0" h="44967" w="19349">
                  <a:moveTo>
                    <a:pt x="1" y="1"/>
                  </a:moveTo>
                  <a:lnTo>
                    <a:pt x="1" y="4004"/>
                  </a:lnTo>
                  <a:cubicBezTo>
                    <a:pt x="7873" y="4671"/>
                    <a:pt x="14144" y="11409"/>
                    <a:pt x="14144" y="19348"/>
                  </a:cubicBezTo>
                  <a:lnTo>
                    <a:pt x="14144" y="39329"/>
                  </a:lnTo>
                  <a:lnTo>
                    <a:pt x="12843" y="39329"/>
                  </a:lnTo>
                  <a:lnTo>
                    <a:pt x="16079" y="44966"/>
                  </a:lnTo>
                  <a:lnTo>
                    <a:pt x="19348" y="39329"/>
                  </a:lnTo>
                  <a:lnTo>
                    <a:pt x="18047" y="39329"/>
                  </a:lnTo>
                  <a:lnTo>
                    <a:pt x="18114" y="19348"/>
                  </a:lnTo>
                  <a:cubicBezTo>
                    <a:pt x="18114" y="9174"/>
                    <a:pt x="10041" y="66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7"/>
            <p:cNvSpPr/>
            <p:nvPr/>
          </p:nvSpPr>
          <p:spPr>
            <a:xfrm>
              <a:off x="3953555" y="656550"/>
              <a:ext cx="3855900" cy="26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8" name="Google Shape;238;p27"/>
          <p:cNvSpPr txBox="1"/>
          <p:nvPr>
            <p:ph hasCustomPrompt="1" type="title"/>
          </p:nvPr>
        </p:nvSpPr>
        <p:spPr>
          <a:xfrm>
            <a:off x="713100" y="3253782"/>
            <a:ext cx="22581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39" name="Google Shape;239;p27"/>
          <p:cNvSpPr txBox="1"/>
          <p:nvPr>
            <p:ph idx="1" type="subTitle"/>
          </p:nvPr>
        </p:nvSpPr>
        <p:spPr>
          <a:xfrm>
            <a:off x="713100" y="3908264"/>
            <a:ext cx="2258100" cy="57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40" name="Google Shape;240;p27"/>
          <p:cNvSpPr txBox="1"/>
          <p:nvPr>
            <p:ph hasCustomPrompt="1" idx="2" type="title"/>
          </p:nvPr>
        </p:nvSpPr>
        <p:spPr>
          <a:xfrm>
            <a:off x="3442950" y="3253773"/>
            <a:ext cx="22581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41" name="Google Shape;241;p27"/>
          <p:cNvSpPr txBox="1"/>
          <p:nvPr>
            <p:ph idx="3" type="subTitle"/>
          </p:nvPr>
        </p:nvSpPr>
        <p:spPr>
          <a:xfrm>
            <a:off x="3442950" y="3908245"/>
            <a:ext cx="2258100" cy="57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42" name="Google Shape;242;p27"/>
          <p:cNvSpPr txBox="1"/>
          <p:nvPr>
            <p:ph hasCustomPrompt="1" idx="4" type="title"/>
          </p:nvPr>
        </p:nvSpPr>
        <p:spPr>
          <a:xfrm>
            <a:off x="6172800" y="3253778"/>
            <a:ext cx="22581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43" name="Google Shape;243;p27"/>
          <p:cNvSpPr txBox="1"/>
          <p:nvPr>
            <p:ph idx="5" type="subTitle"/>
          </p:nvPr>
        </p:nvSpPr>
        <p:spPr>
          <a:xfrm>
            <a:off x="6172800" y="3908243"/>
            <a:ext cx="2258100" cy="57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44" name="Google Shape;244;p27"/>
          <p:cNvSpPr txBox="1"/>
          <p:nvPr>
            <p:ph idx="6" type="title"/>
          </p:nvPr>
        </p:nvSpPr>
        <p:spPr>
          <a:xfrm>
            <a:off x="720000" y="539400"/>
            <a:ext cx="77040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245" name="Google Shape;245;p27"/>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246" name="Shape 246"/>
        <p:cNvGrpSpPr/>
        <p:nvPr/>
      </p:nvGrpSpPr>
      <p:grpSpPr>
        <a:xfrm>
          <a:off x="0" y="0"/>
          <a:ext cx="0" cy="0"/>
          <a:chOff x="0" y="0"/>
          <a:chExt cx="0" cy="0"/>
        </a:xfrm>
      </p:grpSpPr>
      <p:sp>
        <p:nvSpPr>
          <p:cNvPr id="247" name="Google Shape;247;p28"/>
          <p:cNvSpPr/>
          <p:nvPr/>
        </p:nvSpPr>
        <p:spPr>
          <a:xfrm rot="5400000">
            <a:off x="1863504" y="-3379878"/>
            <a:ext cx="5241789" cy="12182122"/>
          </a:xfrm>
          <a:custGeom>
            <a:rect b="b" l="l" r="r" t="t"/>
            <a:pathLst>
              <a:path extrusionOk="0" h="44967" w="19349">
                <a:moveTo>
                  <a:pt x="1" y="1"/>
                </a:moveTo>
                <a:lnTo>
                  <a:pt x="1" y="4004"/>
                </a:lnTo>
                <a:cubicBezTo>
                  <a:pt x="7873" y="4671"/>
                  <a:pt x="14144" y="11409"/>
                  <a:pt x="14144" y="19348"/>
                </a:cubicBezTo>
                <a:lnTo>
                  <a:pt x="14144" y="39329"/>
                </a:lnTo>
                <a:lnTo>
                  <a:pt x="12843" y="39329"/>
                </a:lnTo>
                <a:lnTo>
                  <a:pt x="16079" y="44966"/>
                </a:lnTo>
                <a:lnTo>
                  <a:pt x="19348" y="39329"/>
                </a:lnTo>
                <a:lnTo>
                  <a:pt x="18047" y="39329"/>
                </a:lnTo>
                <a:lnTo>
                  <a:pt x="18114" y="19348"/>
                </a:lnTo>
                <a:cubicBezTo>
                  <a:pt x="18114" y="9174"/>
                  <a:pt x="10041" y="66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28"/>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
        <p:nvSpPr>
          <p:cNvPr id="249" name="Google Shape;249;p28"/>
          <p:cNvSpPr txBox="1"/>
          <p:nvPr>
            <p:ph type="title"/>
          </p:nvPr>
        </p:nvSpPr>
        <p:spPr>
          <a:xfrm flipH="1">
            <a:off x="713075" y="534750"/>
            <a:ext cx="4118100" cy="11331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2800"/>
              <a:buNone/>
              <a:defRPr sz="5600">
                <a:solidFill>
                  <a:schemeClr val="dk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0" name="Google Shape;250;p28"/>
          <p:cNvSpPr txBox="1"/>
          <p:nvPr>
            <p:ph idx="1" type="subTitle"/>
          </p:nvPr>
        </p:nvSpPr>
        <p:spPr>
          <a:xfrm flipH="1">
            <a:off x="1054775" y="1726148"/>
            <a:ext cx="3434700" cy="1174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1" name="Google Shape;251;p28"/>
          <p:cNvSpPr txBox="1"/>
          <p:nvPr/>
        </p:nvSpPr>
        <p:spPr>
          <a:xfrm flipH="1">
            <a:off x="842675" y="4357575"/>
            <a:ext cx="3858900" cy="479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000">
                <a:solidFill>
                  <a:schemeClr val="lt1"/>
                </a:solidFill>
                <a:latin typeface="Assistant"/>
                <a:ea typeface="Assistant"/>
                <a:cs typeface="Assistant"/>
                <a:sym typeface="Assistant"/>
              </a:rPr>
              <a:t>CREDITS: This presentation template was created by </a:t>
            </a:r>
            <a:r>
              <a:rPr b="1" lang="en" sz="1000">
                <a:solidFill>
                  <a:schemeClr val="lt1"/>
                </a:solidFill>
                <a:uFill>
                  <a:noFill/>
                </a:uFill>
                <a:latin typeface="Assistant"/>
                <a:ea typeface="Assistant"/>
                <a:cs typeface="Assistant"/>
                <a:sym typeface="Assistant"/>
                <a:hlinkClick r:id="rId3">
                  <a:extLst>
                    <a:ext uri="{A12FA001-AC4F-418D-AE19-62706E023703}">
                      <ahyp:hlinkClr val="tx"/>
                    </a:ext>
                  </a:extLst>
                </a:hlinkClick>
              </a:rPr>
              <a:t>Slidesgo</a:t>
            </a:r>
            <a:r>
              <a:rPr lang="en" sz="1000">
                <a:solidFill>
                  <a:schemeClr val="lt1"/>
                </a:solidFill>
                <a:latin typeface="Assistant"/>
                <a:ea typeface="Assistant"/>
                <a:cs typeface="Assistant"/>
                <a:sym typeface="Assistant"/>
              </a:rPr>
              <a:t>, including icons by </a:t>
            </a:r>
            <a:r>
              <a:rPr b="1" lang="en" sz="1000">
                <a:solidFill>
                  <a:schemeClr val="lt1"/>
                </a:solidFill>
                <a:uFill>
                  <a:noFill/>
                </a:uFill>
                <a:latin typeface="Assistant"/>
                <a:ea typeface="Assistant"/>
                <a:cs typeface="Assistant"/>
                <a:sym typeface="Assistant"/>
                <a:hlinkClick r:id="rId4">
                  <a:extLst>
                    <a:ext uri="{A12FA001-AC4F-418D-AE19-62706E023703}">
                      <ahyp:hlinkClr val="tx"/>
                    </a:ext>
                  </a:extLst>
                </a:hlinkClick>
              </a:rPr>
              <a:t>Flaticon</a:t>
            </a:r>
            <a:r>
              <a:rPr lang="en" sz="1000">
                <a:solidFill>
                  <a:schemeClr val="lt1"/>
                </a:solidFill>
                <a:latin typeface="Assistant"/>
                <a:ea typeface="Assistant"/>
                <a:cs typeface="Assistant"/>
                <a:sym typeface="Assistant"/>
              </a:rPr>
              <a:t>, infographics and images by </a:t>
            </a:r>
            <a:r>
              <a:rPr b="1" lang="en" sz="1000">
                <a:solidFill>
                  <a:schemeClr val="lt1"/>
                </a:solidFill>
                <a:uFill>
                  <a:noFill/>
                </a:uFill>
                <a:latin typeface="Assistant"/>
                <a:ea typeface="Assistant"/>
                <a:cs typeface="Assistant"/>
                <a:sym typeface="Assistant"/>
                <a:hlinkClick r:id="rId5">
                  <a:extLst>
                    <a:ext uri="{A12FA001-AC4F-418D-AE19-62706E023703}">
                      <ahyp:hlinkClr val="tx"/>
                    </a:ext>
                  </a:extLst>
                </a:hlinkClick>
              </a:rPr>
              <a:t>Freepik</a:t>
            </a:r>
            <a:endParaRPr b="1" sz="1000">
              <a:solidFill>
                <a:schemeClr val="lt1"/>
              </a:solidFill>
              <a:latin typeface="Assistant"/>
              <a:ea typeface="Assistant"/>
              <a:cs typeface="Assistant"/>
              <a:sym typeface="Assistan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52" name="Shape 252"/>
        <p:cNvGrpSpPr/>
        <p:nvPr/>
      </p:nvGrpSpPr>
      <p:grpSpPr>
        <a:xfrm>
          <a:off x="0" y="0"/>
          <a:ext cx="0" cy="0"/>
          <a:chOff x="0" y="0"/>
          <a:chExt cx="0" cy="0"/>
        </a:xfrm>
      </p:grpSpPr>
      <p:grpSp>
        <p:nvGrpSpPr>
          <p:cNvPr id="253" name="Google Shape;253;p29"/>
          <p:cNvGrpSpPr/>
          <p:nvPr/>
        </p:nvGrpSpPr>
        <p:grpSpPr>
          <a:xfrm flipH="1">
            <a:off x="-3209729" y="-150080"/>
            <a:ext cx="8379400" cy="9999105"/>
            <a:chOff x="116750" y="6"/>
            <a:chExt cx="4503843" cy="5374418"/>
          </a:xfrm>
        </p:grpSpPr>
        <p:sp>
          <p:nvSpPr>
            <p:cNvPr id="254" name="Google Shape;254;p29"/>
            <p:cNvSpPr/>
            <p:nvPr/>
          </p:nvSpPr>
          <p:spPr>
            <a:xfrm flipH="1" rot="10800000">
              <a:off x="1896628" y="6"/>
              <a:ext cx="809158" cy="2076716"/>
            </a:xfrm>
            <a:custGeom>
              <a:rect b="b" l="l" r="r" t="t"/>
              <a:pathLst>
                <a:path extrusionOk="0" h="17981" w="7006">
                  <a:moveTo>
                    <a:pt x="1369" y="1"/>
                  </a:moveTo>
                  <a:lnTo>
                    <a:pt x="1369" y="11943"/>
                  </a:lnTo>
                  <a:lnTo>
                    <a:pt x="1" y="11943"/>
                  </a:lnTo>
                  <a:lnTo>
                    <a:pt x="3503" y="17980"/>
                  </a:lnTo>
                  <a:lnTo>
                    <a:pt x="7006" y="11943"/>
                  </a:lnTo>
                  <a:lnTo>
                    <a:pt x="5605" y="11943"/>
                  </a:lnTo>
                  <a:lnTo>
                    <a:pt x="56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9"/>
            <p:cNvSpPr/>
            <p:nvPr/>
          </p:nvSpPr>
          <p:spPr>
            <a:xfrm flipH="1" rot="10800000">
              <a:off x="116750" y="1826071"/>
              <a:ext cx="4503843" cy="3548353"/>
            </a:xfrm>
            <a:custGeom>
              <a:rect b="b" l="l" r="r" t="t"/>
              <a:pathLst>
                <a:path extrusionOk="0" h="30723" w="38996">
                  <a:moveTo>
                    <a:pt x="1" y="0"/>
                  </a:moveTo>
                  <a:lnTo>
                    <a:pt x="1" y="8907"/>
                  </a:lnTo>
                  <a:cubicBezTo>
                    <a:pt x="201" y="20181"/>
                    <a:pt x="9541" y="29321"/>
                    <a:pt x="20816" y="29321"/>
                  </a:cubicBezTo>
                  <a:lnTo>
                    <a:pt x="32924" y="29255"/>
                  </a:lnTo>
                  <a:lnTo>
                    <a:pt x="32924" y="29255"/>
                  </a:lnTo>
                  <a:lnTo>
                    <a:pt x="32924" y="30722"/>
                  </a:lnTo>
                  <a:lnTo>
                    <a:pt x="38995" y="27220"/>
                  </a:lnTo>
                  <a:lnTo>
                    <a:pt x="32924" y="23717"/>
                  </a:lnTo>
                  <a:lnTo>
                    <a:pt x="32924" y="25085"/>
                  </a:lnTo>
                  <a:lnTo>
                    <a:pt x="20749" y="25051"/>
                  </a:lnTo>
                  <a:cubicBezTo>
                    <a:pt x="11909" y="25051"/>
                    <a:pt x="4504" y="17846"/>
                    <a:pt x="4237" y="8973"/>
                  </a:cubicBezTo>
                  <a:lnTo>
                    <a:pt x="42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56" name="Google Shape;256;p29"/>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57" name="Shape 257"/>
        <p:cNvGrpSpPr/>
        <p:nvPr/>
      </p:nvGrpSpPr>
      <p:grpSpPr>
        <a:xfrm>
          <a:off x="0" y="0"/>
          <a:ext cx="0" cy="0"/>
          <a:chOff x="0" y="0"/>
          <a:chExt cx="0" cy="0"/>
        </a:xfrm>
      </p:grpSpPr>
      <p:grpSp>
        <p:nvGrpSpPr>
          <p:cNvPr id="258" name="Google Shape;258;p30"/>
          <p:cNvGrpSpPr/>
          <p:nvPr/>
        </p:nvGrpSpPr>
        <p:grpSpPr>
          <a:xfrm flipH="1">
            <a:off x="-3070225" y="-1612080"/>
            <a:ext cx="8379400" cy="9999105"/>
            <a:chOff x="116750" y="6"/>
            <a:chExt cx="4503843" cy="5374418"/>
          </a:xfrm>
        </p:grpSpPr>
        <p:sp>
          <p:nvSpPr>
            <p:cNvPr id="259" name="Google Shape;259;p30"/>
            <p:cNvSpPr/>
            <p:nvPr/>
          </p:nvSpPr>
          <p:spPr>
            <a:xfrm flipH="1" rot="10800000">
              <a:off x="1896628" y="6"/>
              <a:ext cx="809158" cy="2076716"/>
            </a:xfrm>
            <a:custGeom>
              <a:rect b="b" l="l" r="r" t="t"/>
              <a:pathLst>
                <a:path extrusionOk="0" h="17981" w="7006">
                  <a:moveTo>
                    <a:pt x="1369" y="1"/>
                  </a:moveTo>
                  <a:lnTo>
                    <a:pt x="1369" y="11943"/>
                  </a:lnTo>
                  <a:lnTo>
                    <a:pt x="1" y="11943"/>
                  </a:lnTo>
                  <a:lnTo>
                    <a:pt x="3503" y="17980"/>
                  </a:lnTo>
                  <a:lnTo>
                    <a:pt x="7006" y="11943"/>
                  </a:lnTo>
                  <a:lnTo>
                    <a:pt x="5605" y="11943"/>
                  </a:lnTo>
                  <a:lnTo>
                    <a:pt x="56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0"/>
            <p:cNvSpPr/>
            <p:nvPr/>
          </p:nvSpPr>
          <p:spPr>
            <a:xfrm flipH="1" rot="10800000">
              <a:off x="116750" y="1826071"/>
              <a:ext cx="4503843" cy="3548353"/>
            </a:xfrm>
            <a:custGeom>
              <a:rect b="b" l="l" r="r" t="t"/>
              <a:pathLst>
                <a:path extrusionOk="0" h="30723" w="38996">
                  <a:moveTo>
                    <a:pt x="1" y="0"/>
                  </a:moveTo>
                  <a:lnTo>
                    <a:pt x="1" y="8907"/>
                  </a:lnTo>
                  <a:cubicBezTo>
                    <a:pt x="201" y="20181"/>
                    <a:pt x="9541" y="29321"/>
                    <a:pt x="20816" y="29321"/>
                  </a:cubicBezTo>
                  <a:lnTo>
                    <a:pt x="32924" y="29255"/>
                  </a:lnTo>
                  <a:lnTo>
                    <a:pt x="32924" y="29255"/>
                  </a:lnTo>
                  <a:lnTo>
                    <a:pt x="32924" y="30722"/>
                  </a:lnTo>
                  <a:lnTo>
                    <a:pt x="38995" y="27220"/>
                  </a:lnTo>
                  <a:lnTo>
                    <a:pt x="32924" y="23717"/>
                  </a:lnTo>
                  <a:lnTo>
                    <a:pt x="32924" y="25085"/>
                  </a:lnTo>
                  <a:lnTo>
                    <a:pt x="20749" y="25051"/>
                  </a:lnTo>
                  <a:cubicBezTo>
                    <a:pt x="11909" y="25051"/>
                    <a:pt x="4504" y="17846"/>
                    <a:pt x="4237" y="8973"/>
                  </a:cubicBezTo>
                  <a:lnTo>
                    <a:pt x="42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61" name="Google Shape;261;p30"/>
          <p:cNvPicPr preferRelativeResize="0"/>
          <p:nvPr/>
        </p:nvPicPr>
        <p:blipFill>
          <a:blip r:embed="rId2">
            <a:alphaModFix amt="8000"/>
          </a:blip>
          <a:stretch>
            <a:fillRect/>
          </a:stretch>
        </p:blipFill>
        <p:spPr>
          <a:xfrm>
            <a:off x="3071" y="-43000"/>
            <a:ext cx="9144000" cy="51865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9_1_1">
    <p:spTree>
      <p:nvGrpSpPr>
        <p:cNvPr id="262" name="Shape 262"/>
        <p:cNvGrpSpPr/>
        <p:nvPr/>
      </p:nvGrpSpPr>
      <p:grpSpPr>
        <a:xfrm>
          <a:off x="0" y="0"/>
          <a:ext cx="0" cy="0"/>
          <a:chOff x="0" y="0"/>
          <a:chExt cx="0" cy="0"/>
        </a:xfrm>
      </p:grpSpPr>
      <p:grpSp>
        <p:nvGrpSpPr>
          <p:cNvPr id="263" name="Google Shape;263;p31"/>
          <p:cNvGrpSpPr/>
          <p:nvPr/>
        </p:nvGrpSpPr>
        <p:grpSpPr>
          <a:xfrm rot="5400587">
            <a:off x="727567" y="-767340"/>
            <a:ext cx="7918657" cy="9449302"/>
            <a:chOff x="116750" y="6"/>
            <a:chExt cx="4503843" cy="5374418"/>
          </a:xfrm>
        </p:grpSpPr>
        <p:sp>
          <p:nvSpPr>
            <p:cNvPr id="264" name="Google Shape;264;p31"/>
            <p:cNvSpPr/>
            <p:nvPr/>
          </p:nvSpPr>
          <p:spPr>
            <a:xfrm flipH="1" rot="10800000">
              <a:off x="1896628" y="6"/>
              <a:ext cx="809158" cy="2076716"/>
            </a:xfrm>
            <a:custGeom>
              <a:rect b="b" l="l" r="r" t="t"/>
              <a:pathLst>
                <a:path extrusionOk="0" h="17981" w="7006">
                  <a:moveTo>
                    <a:pt x="1369" y="1"/>
                  </a:moveTo>
                  <a:lnTo>
                    <a:pt x="1369" y="11943"/>
                  </a:lnTo>
                  <a:lnTo>
                    <a:pt x="1" y="11943"/>
                  </a:lnTo>
                  <a:lnTo>
                    <a:pt x="3503" y="17980"/>
                  </a:lnTo>
                  <a:lnTo>
                    <a:pt x="7006" y="11943"/>
                  </a:lnTo>
                  <a:lnTo>
                    <a:pt x="5605" y="11943"/>
                  </a:lnTo>
                  <a:lnTo>
                    <a:pt x="56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1"/>
            <p:cNvSpPr/>
            <p:nvPr/>
          </p:nvSpPr>
          <p:spPr>
            <a:xfrm flipH="1" rot="10800000">
              <a:off x="116750" y="1826071"/>
              <a:ext cx="4503843" cy="3548353"/>
            </a:xfrm>
            <a:custGeom>
              <a:rect b="b" l="l" r="r" t="t"/>
              <a:pathLst>
                <a:path extrusionOk="0" h="30723" w="38996">
                  <a:moveTo>
                    <a:pt x="1" y="0"/>
                  </a:moveTo>
                  <a:lnTo>
                    <a:pt x="1" y="8907"/>
                  </a:lnTo>
                  <a:cubicBezTo>
                    <a:pt x="201" y="20181"/>
                    <a:pt x="9541" y="29321"/>
                    <a:pt x="20816" y="29321"/>
                  </a:cubicBezTo>
                  <a:lnTo>
                    <a:pt x="32924" y="29255"/>
                  </a:lnTo>
                  <a:lnTo>
                    <a:pt x="32924" y="29255"/>
                  </a:lnTo>
                  <a:lnTo>
                    <a:pt x="32924" y="30722"/>
                  </a:lnTo>
                  <a:lnTo>
                    <a:pt x="38995" y="27220"/>
                  </a:lnTo>
                  <a:lnTo>
                    <a:pt x="32924" y="23717"/>
                  </a:lnTo>
                  <a:lnTo>
                    <a:pt x="32924" y="25085"/>
                  </a:lnTo>
                  <a:lnTo>
                    <a:pt x="20749" y="25051"/>
                  </a:lnTo>
                  <a:cubicBezTo>
                    <a:pt x="11909" y="25051"/>
                    <a:pt x="4504" y="17846"/>
                    <a:pt x="4237" y="8973"/>
                  </a:cubicBezTo>
                  <a:lnTo>
                    <a:pt x="42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66" name="Google Shape;266;p31"/>
          <p:cNvPicPr preferRelativeResize="0"/>
          <p:nvPr/>
        </p:nvPicPr>
        <p:blipFill>
          <a:blip r:embed="rId2">
            <a:alphaModFix amt="8000"/>
          </a:blip>
          <a:stretch>
            <a:fillRect/>
          </a:stretch>
        </p:blipFill>
        <p:spPr>
          <a:xfrm flipH="1">
            <a:off x="-22225" y="-43000"/>
            <a:ext cx="9144000" cy="5186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100" y="445025"/>
            <a:ext cx="7717800" cy="572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2800"/>
              <a:buFont typeface="Alata"/>
              <a:buNone/>
              <a:defRPr b="1" sz="2800">
                <a:solidFill>
                  <a:schemeClr val="lt1"/>
                </a:solidFill>
                <a:latin typeface="Alata"/>
                <a:ea typeface="Alata"/>
                <a:cs typeface="Alata"/>
                <a:sym typeface="Alata"/>
              </a:defRPr>
            </a:lvl1pPr>
            <a:lvl2pPr lvl="1" rtl="0">
              <a:spcBef>
                <a:spcPts val="0"/>
              </a:spcBef>
              <a:spcAft>
                <a:spcPts val="0"/>
              </a:spcAft>
              <a:buClr>
                <a:schemeClr val="dk1"/>
              </a:buClr>
              <a:buSzPts val="3500"/>
              <a:buFont typeface="Bayon"/>
              <a:buNone/>
              <a:defRPr b="1" sz="3500">
                <a:solidFill>
                  <a:schemeClr val="dk1"/>
                </a:solidFill>
                <a:latin typeface="Bayon"/>
                <a:ea typeface="Bayon"/>
                <a:cs typeface="Bayon"/>
                <a:sym typeface="Bayon"/>
              </a:defRPr>
            </a:lvl2pPr>
            <a:lvl3pPr lvl="2" rtl="0">
              <a:spcBef>
                <a:spcPts val="0"/>
              </a:spcBef>
              <a:spcAft>
                <a:spcPts val="0"/>
              </a:spcAft>
              <a:buClr>
                <a:schemeClr val="dk1"/>
              </a:buClr>
              <a:buSzPts val="3500"/>
              <a:buFont typeface="Bayon"/>
              <a:buNone/>
              <a:defRPr b="1" sz="3500">
                <a:solidFill>
                  <a:schemeClr val="dk1"/>
                </a:solidFill>
                <a:latin typeface="Bayon"/>
                <a:ea typeface="Bayon"/>
                <a:cs typeface="Bayon"/>
                <a:sym typeface="Bayon"/>
              </a:defRPr>
            </a:lvl3pPr>
            <a:lvl4pPr lvl="3" rtl="0">
              <a:spcBef>
                <a:spcPts val="0"/>
              </a:spcBef>
              <a:spcAft>
                <a:spcPts val="0"/>
              </a:spcAft>
              <a:buClr>
                <a:schemeClr val="dk1"/>
              </a:buClr>
              <a:buSzPts val="3500"/>
              <a:buFont typeface="Bayon"/>
              <a:buNone/>
              <a:defRPr b="1" sz="3500">
                <a:solidFill>
                  <a:schemeClr val="dk1"/>
                </a:solidFill>
                <a:latin typeface="Bayon"/>
                <a:ea typeface="Bayon"/>
                <a:cs typeface="Bayon"/>
                <a:sym typeface="Bayon"/>
              </a:defRPr>
            </a:lvl4pPr>
            <a:lvl5pPr lvl="4" rtl="0">
              <a:spcBef>
                <a:spcPts val="0"/>
              </a:spcBef>
              <a:spcAft>
                <a:spcPts val="0"/>
              </a:spcAft>
              <a:buClr>
                <a:schemeClr val="dk1"/>
              </a:buClr>
              <a:buSzPts val="3500"/>
              <a:buFont typeface="Bayon"/>
              <a:buNone/>
              <a:defRPr b="1" sz="3500">
                <a:solidFill>
                  <a:schemeClr val="dk1"/>
                </a:solidFill>
                <a:latin typeface="Bayon"/>
                <a:ea typeface="Bayon"/>
                <a:cs typeface="Bayon"/>
                <a:sym typeface="Bayon"/>
              </a:defRPr>
            </a:lvl5pPr>
            <a:lvl6pPr lvl="5" rtl="0">
              <a:spcBef>
                <a:spcPts val="0"/>
              </a:spcBef>
              <a:spcAft>
                <a:spcPts val="0"/>
              </a:spcAft>
              <a:buClr>
                <a:schemeClr val="dk1"/>
              </a:buClr>
              <a:buSzPts val="3500"/>
              <a:buFont typeface="Bayon"/>
              <a:buNone/>
              <a:defRPr b="1" sz="3500">
                <a:solidFill>
                  <a:schemeClr val="dk1"/>
                </a:solidFill>
                <a:latin typeface="Bayon"/>
                <a:ea typeface="Bayon"/>
                <a:cs typeface="Bayon"/>
                <a:sym typeface="Bayon"/>
              </a:defRPr>
            </a:lvl6pPr>
            <a:lvl7pPr lvl="6" rtl="0">
              <a:spcBef>
                <a:spcPts val="0"/>
              </a:spcBef>
              <a:spcAft>
                <a:spcPts val="0"/>
              </a:spcAft>
              <a:buClr>
                <a:schemeClr val="dk1"/>
              </a:buClr>
              <a:buSzPts val="3500"/>
              <a:buFont typeface="Bayon"/>
              <a:buNone/>
              <a:defRPr b="1" sz="3500">
                <a:solidFill>
                  <a:schemeClr val="dk1"/>
                </a:solidFill>
                <a:latin typeface="Bayon"/>
                <a:ea typeface="Bayon"/>
                <a:cs typeface="Bayon"/>
                <a:sym typeface="Bayon"/>
              </a:defRPr>
            </a:lvl7pPr>
            <a:lvl8pPr lvl="7" rtl="0">
              <a:spcBef>
                <a:spcPts val="0"/>
              </a:spcBef>
              <a:spcAft>
                <a:spcPts val="0"/>
              </a:spcAft>
              <a:buClr>
                <a:schemeClr val="dk1"/>
              </a:buClr>
              <a:buSzPts val="3500"/>
              <a:buFont typeface="Bayon"/>
              <a:buNone/>
              <a:defRPr b="1" sz="3500">
                <a:solidFill>
                  <a:schemeClr val="dk1"/>
                </a:solidFill>
                <a:latin typeface="Bayon"/>
                <a:ea typeface="Bayon"/>
                <a:cs typeface="Bayon"/>
                <a:sym typeface="Bayon"/>
              </a:defRPr>
            </a:lvl8pPr>
            <a:lvl9pPr lvl="8" rtl="0">
              <a:spcBef>
                <a:spcPts val="0"/>
              </a:spcBef>
              <a:spcAft>
                <a:spcPts val="0"/>
              </a:spcAft>
              <a:buClr>
                <a:schemeClr val="dk1"/>
              </a:buClr>
              <a:buSzPts val="3500"/>
              <a:buFont typeface="Bayon"/>
              <a:buNone/>
              <a:defRPr b="1" sz="3500">
                <a:solidFill>
                  <a:schemeClr val="dk1"/>
                </a:solidFill>
                <a:latin typeface="Bayon"/>
                <a:ea typeface="Bayon"/>
                <a:cs typeface="Bayon"/>
                <a:sym typeface="Bayon"/>
              </a:defRPr>
            </a:lvl9pPr>
          </a:lstStyle>
          <a:p/>
        </p:txBody>
      </p:sp>
      <p:sp>
        <p:nvSpPr>
          <p:cNvPr id="7" name="Google Shape;7;p1"/>
          <p:cNvSpPr txBox="1"/>
          <p:nvPr>
            <p:ph idx="1" type="body"/>
          </p:nvPr>
        </p:nvSpPr>
        <p:spPr>
          <a:xfrm>
            <a:off x="713100" y="1152475"/>
            <a:ext cx="77178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1pPr>
            <a:lvl2pPr indent="-317500" lvl="1" marL="9144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2pPr>
            <a:lvl3pPr indent="-317500" lvl="2" marL="13716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3pPr>
            <a:lvl4pPr indent="-317500" lvl="3" marL="18288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4pPr>
            <a:lvl5pPr indent="-317500" lvl="4" marL="22860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5pPr>
            <a:lvl6pPr indent="-317500" lvl="5" marL="27432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6pPr>
            <a:lvl7pPr indent="-317500" lvl="6" marL="32004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7pPr>
            <a:lvl8pPr indent="-317500" lvl="7" marL="36576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8pPr>
            <a:lvl9pPr indent="-317500" lvl="8" marL="41148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2"/>
          <p:cNvSpPr txBox="1"/>
          <p:nvPr>
            <p:ph idx="1" type="subTitle"/>
          </p:nvPr>
        </p:nvSpPr>
        <p:spPr>
          <a:xfrm flipH="1">
            <a:off x="393550" y="3124175"/>
            <a:ext cx="6028500" cy="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Aria Haroonian, Carlo Castro, Eden Gal, Jess Sambrailo &amp; Lex Nieto</a:t>
            </a:r>
            <a:endParaRPr/>
          </a:p>
        </p:txBody>
      </p:sp>
      <p:sp>
        <p:nvSpPr>
          <p:cNvPr id="272" name="Google Shape;272;p32"/>
          <p:cNvSpPr txBox="1"/>
          <p:nvPr>
            <p:ph type="ctrTitle"/>
          </p:nvPr>
        </p:nvSpPr>
        <p:spPr>
          <a:xfrm flipH="1">
            <a:off x="393550" y="611425"/>
            <a:ext cx="7820100" cy="267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900"/>
              <a:t>Final Presentation</a:t>
            </a:r>
            <a:r>
              <a:rPr lang="en" sz="5900"/>
              <a:t> </a:t>
            </a:r>
            <a:r>
              <a:rPr b="0" lang="en" sz="4200">
                <a:solidFill>
                  <a:schemeClr val="dk1"/>
                </a:solidFill>
              </a:rPr>
              <a:t>Chapman Enrollment Inefficiencies</a:t>
            </a:r>
            <a:r>
              <a:rPr b="0" lang="en" sz="4500">
                <a:solidFill>
                  <a:schemeClr val="dk1"/>
                </a:solidFill>
              </a:rPr>
              <a:t> </a:t>
            </a:r>
            <a:endParaRPr sz="5700"/>
          </a:p>
        </p:txBody>
      </p:sp>
      <p:grpSp>
        <p:nvGrpSpPr>
          <p:cNvPr id="273" name="Google Shape;273;p32"/>
          <p:cNvGrpSpPr/>
          <p:nvPr/>
        </p:nvGrpSpPr>
        <p:grpSpPr>
          <a:xfrm rot="-1416172">
            <a:off x="7474907" y="608618"/>
            <a:ext cx="655329" cy="553561"/>
            <a:chOff x="5629975" y="3255775"/>
            <a:chExt cx="504500" cy="397500"/>
          </a:xfrm>
        </p:grpSpPr>
        <p:sp>
          <p:nvSpPr>
            <p:cNvPr id="274" name="Google Shape;274;p32"/>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275" name="Google Shape;275;p32"/>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276" name="Google Shape;276;p32"/>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277" name="Google Shape;277;p32"/>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278" name="Google Shape;278;p32"/>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grpSp>
      <p:grpSp>
        <p:nvGrpSpPr>
          <p:cNvPr id="279" name="Google Shape;279;p32"/>
          <p:cNvGrpSpPr/>
          <p:nvPr/>
        </p:nvGrpSpPr>
        <p:grpSpPr>
          <a:xfrm rot="1959160">
            <a:off x="8054584" y="1184766"/>
            <a:ext cx="681649" cy="618938"/>
            <a:chOff x="5629975" y="3255775"/>
            <a:chExt cx="504500" cy="397500"/>
          </a:xfrm>
        </p:grpSpPr>
        <p:sp>
          <p:nvSpPr>
            <p:cNvPr id="280" name="Google Shape;280;p32"/>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281" name="Google Shape;281;p32"/>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282" name="Google Shape;282;p32"/>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283" name="Google Shape;283;p32"/>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284" name="Google Shape;284;p32"/>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3"/>
          <p:cNvSpPr txBox="1"/>
          <p:nvPr>
            <p:ph type="title"/>
          </p:nvPr>
        </p:nvSpPr>
        <p:spPr>
          <a:xfrm>
            <a:off x="720000" y="539400"/>
            <a:ext cx="77040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u="sng"/>
              <a:t>DEFINING THE</a:t>
            </a:r>
            <a:r>
              <a:rPr lang="en" u="sng"/>
              <a:t> </a:t>
            </a:r>
            <a:r>
              <a:rPr lang="en" u="sng">
                <a:solidFill>
                  <a:schemeClr val="dk1"/>
                </a:solidFill>
              </a:rPr>
              <a:t>ORGANIZATION</a:t>
            </a:r>
            <a:endParaRPr u="sng">
              <a:solidFill>
                <a:schemeClr val="dk1"/>
              </a:solidFill>
            </a:endParaRPr>
          </a:p>
        </p:txBody>
      </p:sp>
      <p:grpSp>
        <p:nvGrpSpPr>
          <p:cNvPr id="290" name="Google Shape;290;p33"/>
          <p:cNvGrpSpPr/>
          <p:nvPr/>
        </p:nvGrpSpPr>
        <p:grpSpPr>
          <a:xfrm rot="1959160">
            <a:off x="8027934" y="574091"/>
            <a:ext cx="681649" cy="618938"/>
            <a:chOff x="5629975" y="3255775"/>
            <a:chExt cx="504500" cy="397500"/>
          </a:xfrm>
        </p:grpSpPr>
        <p:sp>
          <p:nvSpPr>
            <p:cNvPr id="291" name="Google Shape;291;p33"/>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292" name="Google Shape;292;p33"/>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293" name="Google Shape;293;p33"/>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294" name="Google Shape;294;p33"/>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295" name="Google Shape;295;p33"/>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grpSp>
      <p:grpSp>
        <p:nvGrpSpPr>
          <p:cNvPr id="296" name="Google Shape;296;p33"/>
          <p:cNvGrpSpPr/>
          <p:nvPr/>
        </p:nvGrpSpPr>
        <p:grpSpPr>
          <a:xfrm rot="-1595778">
            <a:off x="7561995" y="286573"/>
            <a:ext cx="496498" cy="448952"/>
            <a:chOff x="5629975" y="3255775"/>
            <a:chExt cx="504500" cy="397500"/>
          </a:xfrm>
        </p:grpSpPr>
        <p:sp>
          <p:nvSpPr>
            <p:cNvPr id="297" name="Google Shape;297;p33"/>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298" name="Google Shape;298;p33"/>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299" name="Google Shape;299;p33"/>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00" name="Google Shape;300;p33"/>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01" name="Google Shape;301;p33"/>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grpSp>
      <p:sp>
        <p:nvSpPr>
          <p:cNvPr id="302" name="Google Shape;302;p33"/>
          <p:cNvSpPr txBox="1"/>
          <p:nvPr>
            <p:ph idx="4294967295" type="subTitle"/>
          </p:nvPr>
        </p:nvSpPr>
        <p:spPr>
          <a:xfrm>
            <a:off x="1033075" y="2842688"/>
            <a:ext cx="3561900" cy="46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 </a:t>
            </a:r>
            <a:r>
              <a:rPr lang="en" sz="1600"/>
              <a:t>8,000 undergrad students</a:t>
            </a:r>
            <a:endParaRPr sz="1600"/>
          </a:p>
          <a:p>
            <a:pPr indent="0" lvl="0" marL="0" rtl="0" algn="l">
              <a:spcBef>
                <a:spcPts val="0"/>
              </a:spcBef>
              <a:spcAft>
                <a:spcPts val="0"/>
              </a:spcAft>
              <a:buNone/>
            </a:pPr>
            <a:r>
              <a:t/>
            </a:r>
            <a:endParaRPr sz="1600"/>
          </a:p>
        </p:txBody>
      </p:sp>
      <p:sp>
        <p:nvSpPr>
          <p:cNvPr id="303" name="Google Shape;303;p33"/>
          <p:cNvSpPr txBox="1"/>
          <p:nvPr>
            <p:ph idx="4294967295" type="subTitle"/>
          </p:nvPr>
        </p:nvSpPr>
        <p:spPr>
          <a:xfrm>
            <a:off x="4908125" y="2882200"/>
            <a:ext cx="4117200" cy="46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 </a:t>
            </a:r>
            <a:r>
              <a:rPr lang="en" sz="1600"/>
              <a:t>Private SoCal universities with similar tuition </a:t>
            </a:r>
            <a:endParaRPr sz="1600"/>
          </a:p>
          <a:p>
            <a:pPr indent="0" lvl="0" marL="0" rtl="0" algn="l">
              <a:spcBef>
                <a:spcPts val="0"/>
              </a:spcBef>
              <a:spcAft>
                <a:spcPts val="0"/>
              </a:spcAft>
              <a:buNone/>
            </a:pPr>
            <a:r>
              <a:rPr lang="en" sz="1600"/>
              <a:t>- Public, regional Competitors</a:t>
            </a:r>
            <a:endParaRPr sz="1600"/>
          </a:p>
        </p:txBody>
      </p:sp>
      <p:sp>
        <p:nvSpPr>
          <p:cNvPr id="304" name="Google Shape;304;p33"/>
          <p:cNvSpPr txBox="1"/>
          <p:nvPr>
            <p:ph idx="4294967295" type="title"/>
          </p:nvPr>
        </p:nvSpPr>
        <p:spPr>
          <a:xfrm>
            <a:off x="1033077" y="2418450"/>
            <a:ext cx="1986000" cy="527700"/>
          </a:xfrm>
          <a:prstGeom prst="rect">
            <a:avLst/>
          </a:prstGeom>
        </p:spPr>
        <p:txBody>
          <a:bodyPr anchorCtr="0" anchor="ctr" bIns="91425" lIns="91425" spcFirstLastPara="1" rIns="91425" wrap="square" tIns="91425">
            <a:noAutofit/>
          </a:bodyPr>
          <a:lstStyle/>
          <a:p>
            <a:pPr indent="-381000" lvl="0" marL="457200" rtl="0" algn="l">
              <a:spcBef>
                <a:spcPts val="0"/>
              </a:spcBef>
              <a:spcAft>
                <a:spcPts val="0"/>
              </a:spcAft>
              <a:buSzPts val="2400"/>
              <a:buChar char="●"/>
            </a:pPr>
            <a:r>
              <a:rPr lang="en" sz="2400">
                <a:solidFill>
                  <a:schemeClr val="dk1"/>
                </a:solidFill>
              </a:rPr>
              <a:t>Size</a:t>
            </a:r>
            <a:r>
              <a:rPr lang="en" sz="2400">
                <a:solidFill>
                  <a:schemeClr val="dk1"/>
                </a:solidFill>
              </a:rPr>
              <a:t> </a:t>
            </a:r>
            <a:endParaRPr sz="2400">
              <a:solidFill>
                <a:schemeClr val="dk1"/>
              </a:solidFill>
            </a:endParaRPr>
          </a:p>
        </p:txBody>
      </p:sp>
      <p:sp>
        <p:nvSpPr>
          <p:cNvPr id="305" name="Google Shape;305;p33"/>
          <p:cNvSpPr txBox="1"/>
          <p:nvPr>
            <p:ph idx="4294967295" type="title"/>
          </p:nvPr>
        </p:nvSpPr>
        <p:spPr>
          <a:xfrm>
            <a:off x="4988825" y="2418450"/>
            <a:ext cx="2633700" cy="527700"/>
          </a:xfrm>
          <a:prstGeom prst="rect">
            <a:avLst/>
          </a:prstGeom>
        </p:spPr>
        <p:txBody>
          <a:bodyPr anchorCtr="0" anchor="ctr" bIns="91425" lIns="91425" spcFirstLastPara="1" rIns="91425" wrap="square" tIns="91425">
            <a:noAutofit/>
          </a:bodyPr>
          <a:lstStyle/>
          <a:p>
            <a:pPr indent="-381000" lvl="0" marL="457200" rtl="0" algn="l">
              <a:spcBef>
                <a:spcPts val="0"/>
              </a:spcBef>
              <a:spcAft>
                <a:spcPts val="0"/>
              </a:spcAft>
              <a:buSzPts val="2400"/>
              <a:buChar char="●"/>
            </a:pPr>
            <a:r>
              <a:rPr lang="en" sz="2400">
                <a:solidFill>
                  <a:schemeClr val="dk1"/>
                </a:solidFill>
              </a:rPr>
              <a:t>Competitors</a:t>
            </a:r>
            <a:endParaRPr sz="2400">
              <a:solidFill>
                <a:schemeClr val="dk1"/>
              </a:solidFill>
            </a:endParaRPr>
          </a:p>
        </p:txBody>
      </p:sp>
      <p:sp>
        <p:nvSpPr>
          <p:cNvPr id="306" name="Google Shape;306;p33"/>
          <p:cNvSpPr txBox="1"/>
          <p:nvPr>
            <p:ph idx="4294967295" type="title"/>
          </p:nvPr>
        </p:nvSpPr>
        <p:spPr>
          <a:xfrm>
            <a:off x="1033075" y="1167200"/>
            <a:ext cx="3351300" cy="527700"/>
          </a:xfrm>
          <a:prstGeom prst="rect">
            <a:avLst/>
          </a:prstGeom>
        </p:spPr>
        <p:txBody>
          <a:bodyPr anchorCtr="0" anchor="ctr" bIns="91425" lIns="91425" spcFirstLastPara="1" rIns="91425" wrap="square" tIns="91425">
            <a:noAutofit/>
          </a:bodyPr>
          <a:lstStyle/>
          <a:p>
            <a:pPr indent="-381000" lvl="0" marL="457200" rtl="0" algn="l">
              <a:spcBef>
                <a:spcPts val="0"/>
              </a:spcBef>
              <a:spcAft>
                <a:spcPts val="0"/>
              </a:spcAft>
              <a:buSzPts val="2400"/>
              <a:buChar char="●"/>
            </a:pPr>
            <a:r>
              <a:rPr lang="en" sz="2400">
                <a:solidFill>
                  <a:schemeClr val="dk1"/>
                </a:solidFill>
              </a:rPr>
              <a:t>The Organization</a:t>
            </a:r>
            <a:endParaRPr sz="2400">
              <a:solidFill>
                <a:schemeClr val="dk1"/>
              </a:solidFill>
            </a:endParaRPr>
          </a:p>
        </p:txBody>
      </p:sp>
      <p:sp>
        <p:nvSpPr>
          <p:cNvPr id="307" name="Google Shape;307;p33"/>
          <p:cNvSpPr txBox="1"/>
          <p:nvPr>
            <p:ph idx="4294967295" type="subTitle"/>
          </p:nvPr>
        </p:nvSpPr>
        <p:spPr>
          <a:xfrm>
            <a:off x="1033075" y="1556650"/>
            <a:ext cx="3955800" cy="46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 </a:t>
            </a:r>
            <a:r>
              <a:rPr lang="en" sz="1600"/>
              <a:t>Chapman University </a:t>
            </a:r>
            <a:endParaRPr sz="1600"/>
          </a:p>
          <a:p>
            <a:pPr indent="0" lvl="0" marL="0" rtl="0" algn="l">
              <a:spcBef>
                <a:spcPts val="0"/>
              </a:spcBef>
              <a:spcAft>
                <a:spcPts val="0"/>
              </a:spcAft>
              <a:buNone/>
            </a:pPr>
            <a:r>
              <a:rPr lang="en" sz="1600"/>
              <a:t>- ASBE/ASBE Program Advising Center </a:t>
            </a:r>
            <a:endParaRPr sz="1600"/>
          </a:p>
          <a:p>
            <a:pPr indent="0" lvl="0" marL="0" rtl="0" algn="l">
              <a:spcBef>
                <a:spcPts val="0"/>
              </a:spcBef>
              <a:spcAft>
                <a:spcPts val="0"/>
              </a:spcAft>
              <a:buNone/>
            </a:pPr>
            <a:r>
              <a:rPr lang="en" sz="1600"/>
              <a:t>- Peoplesoft</a:t>
            </a:r>
            <a:endParaRPr sz="1600"/>
          </a:p>
        </p:txBody>
      </p:sp>
      <p:sp>
        <p:nvSpPr>
          <p:cNvPr id="308" name="Google Shape;308;p33"/>
          <p:cNvSpPr txBox="1"/>
          <p:nvPr>
            <p:ph idx="4294967295" type="title"/>
          </p:nvPr>
        </p:nvSpPr>
        <p:spPr>
          <a:xfrm>
            <a:off x="4988825" y="1167200"/>
            <a:ext cx="3561900" cy="527700"/>
          </a:xfrm>
          <a:prstGeom prst="rect">
            <a:avLst/>
          </a:prstGeom>
        </p:spPr>
        <p:txBody>
          <a:bodyPr anchorCtr="0" anchor="ctr" bIns="91425" lIns="91425" spcFirstLastPara="1" rIns="91425" wrap="square" tIns="91425">
            <a:noAutofit/>
          </a:bodyPr>
          <a:lstStyle/>
          <a:p>
            <a:pPr indent="-381000" lvl="0" marL="457200" rtl="0" algn="l">
              <a:spcBef>
                <a:spcPts val="0"/>
              </a:spcBef>
              <a:spcAft>
                <a:spcPts val="0"/>
              </a:spcAft>
              <a:buSzPts val="2400"/>
              <a:buChar char="●"/>
            </a:pPr>
            <a:r>
              <a:rPr lang="en" sz="2400">
                <a:solidFill>
                  <a:schemeClr val="dk1"/>
                </a:solidFill>
              </a:rPr>
              <a:t>Revenues</a:t>
            </a:r>
            <a:endParaRPr sz="2400">
              <a:solidFill>
                <a:schemeClr val="dk1"/>
              </a:solidFill>
            </a:endParaRPr>
          </a:p>
        </p:txBody>
      </p:sp>
      <p:sp>
        <p:nvSpPr>
          <p:cNvPr id="309" name="Google Shape;309;p33"/>
          <p:cNvSpPr txBox="1"/>
          <p:nvPr>
            <p:ph idx="4294967295" type="subTitle"/>
          </p:nvPr>
        </p:nvSpPr>
        <p:spPr>
          <a:xfrm>
            <a:off x="4988825" y="1620050"/>
            <a:ext cx="3955800" cy="46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 KPMG annual audit = $458,499,000</a:t>
            </a:r>
            <a:endParaRPr sz="1600"/>
          </a:p>
        </p:txBody>
      </p:sp>
      <p:sp>
        <p:nvSpPr>
          <p:cNvPr id="310" name="Google Shape;310;p33"/>
          <p:cNvSpPr txBox="1"/>
          <p:nvPr>
            <p:ph idx="4294967295" type="title"/>
          </p:nvPr>
        </p:nvSpPr>
        <p:spPr>
          <a:xfrm>
            <a:off x="1033075" y="3454375"/>
            <a:ext cx="2298900" cy="527700"/>
          </a:xfrm>
          <a:prstGeom prst="rect">
            <a:avLst/>
          </a:prstGeom>
        </p:spPr>
        <p:txBody>
          <a:bodyPr anchorCtr="0" anchor="ctr" bIns="91425" lIns="91425" spcFirstLastPara="1" rIns="91425" wrap="square" tIns="91425">
            <a:noAutofit/>
          </a:bodyPr>
          <a:lstStyle/>
          <a:p>
            <a:pPr indent="-381000" lvl="0" marL="457200" rtl="0" algn="l">
              <a:spcBef>
                <a:spcPts val="0"/>
              </a:spcBef>
              <a:spcAft>
                <a:spcPts val="0"/>
              </a:spcAft>
              <a:buSzPts val="2400"/>
              <a:buChar char="●"/>
            </a:pPr>
            <a:r>
              <a:rPr lang="en" sz="2400">
                <a:solidFill>
                  <a:schemeClr val="dk1"/>
                </a:solidFill>
              </a:rPr>
              <a:t>Industry</a:t>
            </a:r>
            <a:endParaRPr sz="2400">
              <a:solidFill>
                <a:schemeClr val="dk1"/>
              </a:solidFill>
            </a:endParaRPr>
          </a:p>
        </p:txBody>
      </p:sp>
      <p:sp>
        <p:nvSpPr>
          <p:cNvPr id="311" name="Google Shape;311;p33"/>
          <p:cNvSpPr txBox="1"/>
          <p:nvPr>
            <p:ph idx="4294967295" type="subTitle"/>
          </p:nvPr>
        </p:nvSpPr>
        <p:spPr>
          <a:xfrm>
            <a:off x="1033075" y="3962313"/>
            <a:ext cx="3561900" cy="46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 </a:t>
            </a:r>
            <a:r>
              <a:rPr lang="en" sz="1600"/>
              <a:t>Higher education system</a:t>
            </a:r>
            <a:endParaRPr sz="1600"/>
          </a:p>
        </p:txBody>
      </p:sp>
      <p:sp>
        <p:nvSpPr>
          <p:cNvPr id="312" name="Google Shape;312;p33"/>
          <p:cNvSpPr txBox="1"/>
          <p:nvPr>
            <p:ph idx="4294967295" type="title"/>
          </p:nvPr>
        </p:nvSpPr>
        <p:spPr>
          <a:xfrm>
            <a:off x="4927925" y="3513625"/>
            <a:ext cx="3683700" cy="527700"/>
          </a:xfrm>
          <a:prstGeom prst="rect">
            <a:avLst/>
          </a:prstGeom>
        </p:spPr>
        <p:txBody>
          <a:bodyPr anchorCtr="0" anchor="ctr" bIns="91425" lIns="91425" spcFirstLastPara="1" rIns="91425" wrap="square" tIns="91425">
            <a:noAutofit/>
          </a:bodyPr>
          <a:lstStyle/>
          <a:p>
            <a:pPr indent="-381000" lvl="0" marL="457200" rtl="0" algn="l">
              <a:spcBef>
                <a:spcPts val="0"/>
              </a:spcBef>
              <a:spcAft>
                <a:spcPts val="0"/>
              </a:spcAft>
              <a:buSzPts val="2400"/>
              <a:buChar char="●"/>
            </a:pPr>
            <a:r>
              <a:rPr lang="en" sz="2400">
                <a:solidFill>
                  <a:schemeClr val="dk1"/>
                </a:solidFill>
              </a:rPr>
              <a:t>Regulatory Issues</a:t>
            </a:r>
            <a:endParaRPr sz="2400">
              <a:solidFill>
                <a:schemeClr val="dk1"/>
              </a:solidFill>
            </a:endParaRPr>
          </a:p>
        </p:txBody>
      </p:sp>
      <p:sp>
        <p:nvSpPr>
          <p:cNvPr id="313" name="Google Shape;313;p33"/>
          <p:cNvSpPr txBox="1"/>
          <p:nvPr>
            <p:ph idx="4294967295" type="subTitle"/>
          </p:nvPr>
        </p:nvSpPr>
        <p:spPr>
          <a:xfrm>
            <a:off x="4927925" y="3962325"/>
            <a:ext cx="3955800" cy="46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 </a:t>
            </a:r>
            <a:r>
              <a:rPr lang="en" sz="1600"/>
              <a:t>Peoplesoft access to academic outcomes</a:t>
            </a:r>
            <a:endParaRPr sz="1600"/>
          </a:p>
          <a:p>
            <a:pPr indent="0" lvl="0" marL="0" rtl="0" algn="l">
              <a:spcBef>
                <a:spcPts val="0"/>
              </a:spcBef>
              <a:spcAft>
                <a:spcPts val="0"/>
              </a:spcAft>
              <a:buNone/>
            </a:pPr>
            <a:r>
              <a:rPr lang="en" sz="1600"/>
              <a:t>- Ensuring sanctity of data if changes to software are made under FERPA</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4"/>
          <p:cNvSpPr txBox="1"/>
          <p:nvPr>
            <p:ph type="title"/>
          </p:nvPr>
        </p:nvSpPr>
        <p:spPr>
          <a:xfrm>
            <a:off x="720000" y="327250"/>
            <a:ext cx="7704000" cy="60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u="sng"/>
              <a:t>THE INEFFICIENCY</a:t>
            </a:r>
            <a:r>
              <a:rPr lang="en" u="sng"/>
              <a:t> </a:t>
            </a:r>
            <a:r>
              <a:rPr lang="en" u="sng">
                <a:solidFill>
                  <a:schemeClr val="dk1"/>
                </a:solidFill>
              </a:rPr>
              <a:t>WE SEEK TO IMPROVE</a:t>
            </a:r>
            <a:endParaRPr u="sng">
              <a:solidFill>
                <a:schemeClr val="dk1"/>
              </a:solidFill>
            </a:endParaRPr>
          </a:p>
        </p:txBody>
      </p:sp>
      <p:sp>
        <p:nvSpPr>
          <p:cNvPr id="319" name="Google Shape;319;p34"/>
          <p:cNvSpPr txBox="1"/>
          <p:nvPr>
            <p:ph idx="2" type="title"/>
          </p:nvPr>
        </p:nvSpPr>
        <p:spPr>
          <a:xfrm>
            <a:off x="247150" y="2703250"/>
            <a:ext cx="2866500" cy="527700"/>
          </a:xfrm>
          <a:prstGeom prst="rect">
            <a:avLst/>
          </a:prstGeom>
        </p:spPr>
        <p:txBody>
          <a:bodyPr anchorCtr="0" anchor="ctr" bIns="91425" lIns="91425" spcFirstLastPara="1" rIns="91425" wrap="square" tIns="91425">
            <a:noAutofit/>
          </a:bodyPr>
          <a:lstStyle/>
          <a:p>
            <a:pPr indent="-400050" lvl="0" marL="457200" rtl="0" algn="ctr">
              <a:spcBef>
                <a:spcPts val="0"/>
              </a:spcBef>
              <a:spcAft>
                <a:spcPts val="0"/>
              </a:spcAft>
              <a:buSzPts val="2700"/>
              <a:buChar char="●"/>
            </a:pPr>
            <a:r>
              <a:rPr lang="en" sz="2200"/>
              <a:t>Cost</a:t>
            </a:r>
            <a:endParaRPr sz="2200"/>
          </a:p>
        </p:txBody>
      </p:sp>
      <p:sp>
        <p:nvSpPr>
          <p:cNvPr id="320" name="Google Shape;320;p34"/>
          <p:cNvSpPr txBox="1"/>
          <p:nvPr>
            <p:ph idx="1" type="subTitle"/>
          </p:nvPr>
        </p:nvSpPr>
        <p:spPr>
          <a:xfrm>
            <a:off x="810150" y="3248750"/>
            <a:ext cx="3736800" cy="11025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t/>
            </a:r>
            <a:endParaRPr sz="1700"/>
          </a:p>
          <a:p>
            <a:pPr indent="-336550" lvl="0" marL="457200" rtl="0" algn="l">
              <a:spcBef>
                <a:spcPts val="0"/>
              </a:spcBef>
              <a:spcAft>
                <a:spcPts val="0"/>
              </a:spcAft>
              <a:buSzPts val="1700"/>
              <a:buChar char="-"/>
            </a:pPr>
            <a:r>
              <a:rPr lang="en" sz="1700"/>
              <a:t>Avg. salary for ASBE advisor $55,000 (Glassdoor, 2023)</a:t>
            </a:r>
            <a:endParaRPr sz="1700"/>
          </a:p>
          <a:p>
            <a:pPr indent="-336550" lvl="0" marL="914400" rtl="0" algn="l">
              <a:spcBef>
                <a:spcPts val="0"/>
              </a:spcBef>
              <a:spcAft>
                <a:spcPts val="0"/>
              </a:spcAft>
              <a:buSzPts val="1700"/>
              <a:buChar char="-"/>
            </a:pPr>
            <a:r>
              <a:rPr lang="en" sz="1700"/>
              <a:t>40 hr work week = $26.44/hr</a:t>
            </a:r>
            <a:endParaRPr sz="1700"/>
          </a:p>
          <a:p>
            <a:pPr indent="-336550" lvl="0" marL="914400" rtl="0" algn="l">
              <a:spcBef>
                <a:spcPts val="0"/>
              </a:spcBef>
              <a:spcAft>
                <a:spcPts val="0"/>
              </a:spcAft>
              <a:buSzPts val="1700"/>
              <a:buChar char="-"/>
            </a:pPr>
            <a:r>
              <a:rPr lang="en" sz="1700"/>
              <a:t>150 hours = </a:t>
            </a:r>
            <a:r>
              <a:rPr b="1" lang="en" sz="1700"/>
              <a:t>$4,000 </a:t>
            </a:r>
            <a:endParaRPr b="1" sz="1700"/>
          </a:p>
          <a:p>
            <a:pPr indent="0" lvl="0" marL="0" rtl="0" algn="l">
              <a:spcBef>
                <a:spcPts val="0"/>
              </a:spcBef>
              <a:spcAft>
                <a:spcPts val="0"/>
              </a:spcAft>
              <a:buNone/>
            </a:pPr>
            <a:r>
              <a:t/>
            </a:r>
            <a:endParaRPr sz="1700"/>
          </a:p>
        </p:txBody>
      </p:sp>
      <p:sp>
        <p:nvSpPr>
          <p:cNvPr id="321" name="Google Shape;321;p34"/>
          <p:cNvSpPr txBox="1"/>
          <p:nvPr>
            <p:ph idx="3" type="title"/>
          </p:nvPr>
        </p:nvSpPr>
        <p:spPr>
          <a:xfrm>
            <a:off x="844300" y="945350"/>
            <a:ext cx="3460800" cy="527700"/>
          </a:xfrm>
          <a:prstGeom prst="rect">
            <a:avLst/>
          </a:prstGeom>
        </p:spPr>
        <p:txBody>
          <a:bodyPr anchorCtr="0" anchor="ctr" bIns="91425" lIns="91425" spcFirstLastPara="1" rIns="91425" wrap="square" tIns="91425">
            <a:noAutofit/>
          </a:bodyPr>
          <a:lstStyle/>
          <a:p>
            <a:pPr indent="-400050" lvl="0" marL="457200" rtl="0" algn="ctr">
              <a:spcBef>
                <a:spcPts val="0"/>
              </a:spcBef>
              <a:spcAft>
                <a:spcPts val="0"/>
              </a:spcAft>
              <a:buSzPts val="2700"/>
              <a:buChar char="●"/>
            </a:pPr>
            <a:r>
              <a:rPr lang="en" sz="2200"/>
              <a:t>Prerequisite Issues</a:t>
            </a:r>
            <a:endParaRPr sz="2200"/>
          </a:p>
        </p:txBody>
      </p:sp>
      <p:sp>
        <p:nvSpPr>
          <p:cNvPr id="322" name="Google Shape;322;p34"/>
          <p:cNvSpPr txBox="1"/>
          <p:nvPr>
            <p:ph idx="4" type="subTitle"/>
          </p:nvPr>
        </p:nvSpPr>
        <p:spPr>
          <a:xfrm>
            <a:off x="338300" y="1600800"/>
            <a:ext cx="4650900" cy="974700"/>
          </a:xfrm>
          <a:prstGeom prst="rect">
            <a:avLst/>
          </a:prstGeom>
        </p:spPr>
        <p:txBody>
          <a:bodyPr anchorCtr="0" anchor="ctr" bIns="91425" lIns="91425" spcFirstLastPara="1" rIns="91425" wrap="square" tIns="91425">
            <a:noAutofit/>
          </a:bodyPr>
          <a:lstStyle/>
          <a:p>
            <a:pPr indent="-336550" lvl="0" marL="914400" rtl="0" algn="l">
              <a:spcBef>
                <a:spcPts val="0"/>
              </a:spcBef>
              <a:spcAft>
                <a:spcPts val="0"/>
              </a:spcAft>
              <a:buSzPts val="1700"/>
              <a:buChar char="-"/>
            </a:pPr>
            <a:r>
              <a:rPr lang="en" sz="1700"/>
              <a:t>PeopleSoft doesn’t recognize </a:t>
            </a:r>
            <a:r>
              <a:rPr lang="en" sz="1700"/>
              <a:t>different prerequisites based on their major/minor</a:t>
            </a:r>
            <a:endParaRPr sz="1700"/>
          </a:p>
          <a:p>
            <a:pPr indent="-336550" lvl="1" marL="914400" rtl="0" algn="l">
              <a:spcBef>
                <a:spcPts val="0"/>
              </a:spcBef>
              <a:spcAft>
                <a:spcPts val="0"/>
              </a:spcAft>
              <a:buSzPts val="1700"/>
              <a:buChar char="-"/>
            </a:pPr>
            <a:r>
              <a:rPr b="1" lang="en" sz="1700"/>
              <a:t>150</a:t>
            </a:r>
            <a:r>
              <a:rPr lang="en" sz="1700"/>
              <a:t> hrs spent in first weeks of school helping students</a:t>
            </a:r>
            <a:endParaRPr sz="1700"/>
          </a:p>
        </p:txBody>
      </p:sp>
      <p:sp>
        <p:nvSpPr>
          <p:cNvPr id="323" name="Google Shape;323;p34"/>
          <p:cNvSpPr txBox="1"/>
          <p:nvPr>
            <p:ph idx="5" type="title"/>
          </p:nvPr>
        </p:nvSpPr>
        <p:spPr>
          <a:xfrm>
            <a:off x="4439400" y="945350"/>
            <a:ext cx="3736800" cy="527700"/>
          </a:xfrm>
          <a:prstGeom prst="rect">
            <a:avLst/>
          </a:prstGeom>
        </p:spPr>
        <p:txBody>
          <a:bodyPr anchorCtr="0" anchor="ctr" bIns="91425" lIns="91425" spcFirstLastPara="1" rIns="91425" wrap="square" tIns="91425">
            <a:noAutofit/>
          </a:bodyPr>
          <a:lstStyle/>
          <a:p>
            <a:pPr indent="-400050" lvl="0" marL="457200" rtl="0" algn="ctr">
              <a:spcBef>
                <a:spcPts val="0"/>
              </a:spcBef>
              <a:spcAft>
                <a:spcPts val="0"/>
              </a:spcAft>
              <a:buSzPts val="2700"/>
              <a:buChar char="●"/>
            </a:pPr>
            <a:r>
              <a:rPr lang="en" sz="2200"/>
              <a:t>GPA Requirements</a:t>
            </a:r>
            <a:endParaRPr sz="2200"/>
          </a:p>
        </p:txBody>
      </p:sp>
      <p:sp>
        <p:nvSpPr>
          <p:cNvPr id="324" name="Google Shape;324;p34"/>
          <p:cNvSpPr txBox="1"/>
          <p:nvPr>
            <p:ph idx="6" type="subTitle"/>
          </p:nvPr>
        </p:nvSpPr>
        <p:spPr>
          <a:xfrm>
            <a:off x="4900900" y="1530305"/>
            <a:ext cx="3792900" cy="1102500"/>
          </a:xfrm>
          <a:prstGeom prst="rect">
            <a:avLst/>
          </a:prstGeom>
        </p:spPr>
        <p:txBody>
          <a:bodyPr anchorCtr="0" anchor="ctr" bIns="91425" lIns="91425" spcFirstLastPara="1" rIns="91425" wrap="square" tIns="91425">
            <a:noAutofit/>
          </a:bodyPr>
          <a:lstStyle/>
          <a:p>
            <a:pPr indent="-336550" lvl="0" marL="457200" rtl="0" algn="l">
              <a:spcBef>
                <a:spcPts val="0"/>
              </a:spcBef>
              <a:spcAft>
                <a:spcPts val="0"/>
              </a:spcAft>
              <a:buSzPts val="1700"/>
              <a:buChar char="-"/>
            </a:pPr>
            <a:r>
              <a:rPr lang="en" sz="1700"/>
              <a:t>Different catalog years have different GPA standards</a:t>
            </a:r>
            <a:endParaRPr sz="1700"/>
          </a:p>
          <a:p>
            <a:pPr indent="-336550" lvl="0" marL="457200" rtl="0" algn="l">
              <a:spcBef>
                <a:spcPts val="0"/>
              </a:spcBef>
              <a:spcAft>
                <a:spcPts val="0"/>
              </a:spcAft>
              <a:buSzPts val="1700"/>
              <a:buChar char="-"/>
            </a:pPr>
            <a:r>
              <a:rPr b="1" lang="en" sz="1700"/>
              <a:t>2021-2022</a:t>
            </a:r>
            <a:r>
              <a:rPr lang="en" sz="1700"/>
              <a:t> → </a:t>
            </a:r>
            <a:r>
              <a:rPr b="1" lang="en" sz="1700"/>
              <a:t>2.7</a:t>
            </a:r>
            <a:r>
              <a:rPr lang="en" sz="1700"/>
              <a:t> GPA</a:t>
            </a:r>
            <a:endParaRPr sz="1700"/>
          </a:p>
          <a:p>
            <a:pPr indent="-336550" lvl="0" marL="457200" rtl="0" algn="l">
              <a:spcBef>
                <a:spcPts val="0"/>
              </a:spcBef>
              <a:spcAft>
                <a:spcPts val="0"/>
              </a:spcAft>
              <a:buSzPts val="1700"/>
              <a:buChar char="-"/>
            </a:pPr>
            <a:r>
              <a:rPr lang="en" sz="1700"/>
              <a:t>Previous years </a:t>
            </a:r>
            <a:r>
              <a:rPr lang="en" sz="1700"/>
              <a:t>→ </a:t>
            </a:r>
            <a:r>
              <a:rPr b="1" lang="en" sz="1700"/>
              <a:t>2.5</a:t>
            </a:r>
            <a:r>
              <a:rPr lang="en" sz="1700"/>
              <a:t> GPA</a:t>
            </a:r>
            <a:endParaRPr sz="1700"/>
          </a:p>
          <a:p>
            <a:pPr indent="0" lvl="0" marL="0" rtl="0" algn="l">
              <a:spcBef>
                <a:spcPts val="0"/>
              </a:spcBef>
              <a:spcAft>
                <a:spcPts val="0"/>
              </a:spcAft>
              <a:buNone/>
            </a:pPr>
            <a:r>
              <a:t/>
            </a:r>
            <a:endParaRPr sz="1700"/>
          </a:p>
        </p:txBody>
      </p:sp>
      <p:grpSp>
        <p:nvGrpSpPr>
          <p:cNvPr id="325" name="Google Shape;325;p34"/>
          <p:cNvGrpSpPr/>
          <p:nvPr/>
        </p:nvGrpSpPr>
        <p:grpSpPr>
          <a:xfrm rot="-2700000">
            <a:off x="169602" y="4008081"/>
            <a:ext cx="567281" cy="538821"/>
            <a:chOff x="5629975" y="3255775"/>
            <a:chExt cx="504500" cy="397500"/>
          </a:xfrm>
        </p:grpSpPr>
        <p:sp>
          <p:nvSpPr>
            <p:cNvPr id="326" name="Google Shape;326;p34"/>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27" name="Google Shape;327;p34"/>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28" name="Google Shape;328;p34"/>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29" name="Google Shape;329;p34"/>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30" name="Google Shape;330;p34"/>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grpSp>
      <p:grpSp>
        <p:nvGrpSpPr>
          <p:cNvPr id="331" name="Google Shape;331;p34"/>
          <p:cNvGrpSpPr/>
          <p:nvPr/>
        </p:nvGrpSpPr>
        <p:grpSpPr>
          <a:xfrm rot="1957060">
            <a:off x="86746" y="3455614"/>
            <a:ext cx="496422" cy="466272"/>
            <a:chOff x="5629975" y="3255775"/>
            <a:chExt cx="504500" cy="397500"/>
          </a:xfrm>
        </p:grpSpPr>
        <p:sp>
          <p:nvSpPr>
            <p:cNvPr id="332" name="Google Shape;332;p34"/>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33" name="Google Shape;333;p34"/>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34" name="Google Shape;334;p34"/>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35" name="Google Shape;335;p34"/>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36" name="Google Shape;336;p34"/>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grpSp>
      <p:sp>
        <p:nvSpPr>
          <p:cNvPr id="337" name="Google Shape;337;p34"/>
          <p:cNvSpPr txBox="1"/>
          <p:nvPr>
            <p:ph idx="3" type="title"/>
          </p:nvPr>
        </p:nvSpPr>
        <p:spPr>
          <a:xfrm>
            <a:off x="4211100" y="2721038"/>
            <a:ext cx="3460800" cy="527700"/>
          </a:xfrm>
          <a:prstGeom prst="rect">
            <a:avLst/>
          </a:prstGeom>
        </p:spPr>
        <p:txBody>
          <a:bodyPr anchorCtr="0" anchor="ctr" bIns="91425" lIns="91425" spcFirstLastPara="1" rIns="91425" wrap="square" tIns="91425">
            <a:noAutofit/>
          </a:bodyPr>
          <a:lstStyle/>
          <a:p>
            <a:pPr indent="-400050" lvl="0" marL="457200" rtl="0" algn="ctr">
              <a:spcBef>
                <a:spcPts val="0"/>
              </a:spcBef>
              <a:spcAft>
                <a:spcPts val="0"/>
              </a:spcAft>
              <a:buSzPts val="2700"/>
              <a:buChar char="●"/>
            </a:pPr>
            <a:r>
              <a:rPr lang="en" sz="2200"/>
              <a:t>PERC System</a:t>
            </a:r>
            <a:endParaRPr sz="2200"/>
          </a:p>
        </p:txBody>
      </p:sp>
      <p:sp>
        <p:nvSpPr>
          <p:cNvPr id="338" name="Google Shape;338;p34"/>
          <p:cNvSpPr txBox="1"/>
          <p:nvPr>
            <p:ph idx="6" type="subTitle"/>
          </p:nvPr>
        </p:nvSpPr>
        <p:spPr>
          <a:xfrm>
            <a:off x="4687200" y="3271775"/>
            <a:ext cx="3736800" cy="747000"/>
          </a:xfrm>
          <a:prstGeom prst="rect">
            <a:avLst/>
          </a:prstGeom>
        </p:spPr>
        <p:txBody>
          <a:bodyPr anchorCtr="0" anchor="ctr" bIns="91425" lIns="91425" spcFirstLastPara="1" rIns="91425" wrap="square" tIns="91425">
            <a:noAutofit/>
          </a:bodyPr>
          <a:lstStyle/>
          <a:p>
            <a:pPr indent="-336550" lvl="0" marL="457200" rtl="0" algn="l">
              <a:spcBef>
                <a:spcPts val="0"/>
              </a:spcBef>
              <a:spcAft>
                <a:spcPts val="0"/>
              </a:spcAft>
              <a:buSzPts val="1700"/>
              <a:buChar char="-"/>
            </a:pPr>
            <a:r>
              <a:rPr lang="en" sz="1700"/>
              <a:t>Post Enrollment Requisite Check</a:t>
            </a:r>
            <a:endParaRPr sz="1700"/>
          </a:p>
          <a:p>
            <a:pPr indent="-336550" lvl="0" marL="457200" rtl="0" algn="l">
              <a:spcBef>
                <a:spcPts val="0"/>
              </a:spcBef>
              <a:spcAft>
                <a:spcPts val="0"/>
              </a:spcAft>
              <a:buSzPts val="1700"/>
              <a:buChar char="-"/>
            </a:pPr>
            <a:r>
              <a:rPr b="1" lang="en" sz="1700"/>
              <a:t>50-75</a:t>
            </a:r>
            <a:r>
              <a:rPr lang="en" sz="1700"/>
              <a:t> hours spent regulating process (Lopez, 2023)</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5"/>
          <p:cNvSpPr txBox="1"/>
          <p:nvPr>
            <p:ph idx="14" type="subTitle"/>
          </p:nvPr>
        </p:nvSpPr>
        <p:spPr>
          <a:xfrm>
            <a:off x="1156975" y="2815825"/>
            <a:ext cx="6087900" cy="93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500"/>
              <a:t>-First identifying the student’s major and then cross checking it with the prerequisite data for that specific major</a:t>
            </a:r>
            <a:endParaRPr sz="1500"/>
          </a:p>
          <a:p>
            <a:pPr indent="0" lvl="0" marL="0" rtl="0" algn="l">
              <a:spcBef>
                <a:spcPts val="0"/>
              </a:spcBef>
              <a:spcAft>
                <a:spcPts val="0"/>
              </a:spcAft>
              <a:buNone/>
            </a:pPr>
            <a:r>
              <a:rPr lang="en" sz="1500"/>
              <a:t>	-Prioritizing major prerequisites for a class, then minor </a:t>
            </a:r>
            <a:r>
              <a:rPr lang="en" sz="1500"/>
              <a:t>prerequisites</a:t>
            </a:r>
            <a:r>
              <a:rPr lang="en" sz="1500"/>
              <a:t>, then emphasis </a:t>
            </a:r>
            <a:r>
              <a:rPr lang="en" sz="1500"/>
              <a:t>prerequisites</a:t>
            </a:r>
            <a:endParaRPr sz="1500"/>
          </a:p>
        </p:txBody>
      </p:sp>
      <p:sp>
        <p:nvSpPr>
          <p:cNvPr id="344" name="Google Shape;344;p35"/>
          <p:cNvSpPr txBox="1"/>
          <p:nvPr>
            <p:ph idx="1" type="subTitle"/>
          </p:nvPr>
        </p:nvSpPr>
        <p:spPr>
          <a:xfrm>
            <a:off x="1156975" y="1671550"/>
            <a:ext cx="5967900" cy="44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500"/>
              <a:t>-Distinguishing the year the student first enrolled at Chapman and cross checking it with the lower division GPA requirement for that same year</a:t>
            </a:r>
            <a:endParaRPr sz="1500"/>
          </a:p>
        </p:txBody>
      </p:sp>
      <p:sp>
        <p:nvSpPr>
          <p:cNvPr id="345" name="Google Shape;345;p35"/>
          <p:cNvSpPr txBox="1"/>
          <p:nvPr>
            <p:ph idx="21" type="title"/>
          </p:nvPr>
        </p:nvSpPr>
        <p:spPr>
          <a:xfrm>
            <a:off x="720000" y="539400"/>
            <a:ext cx="77040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u="sng"/>
              <a:t>OUR </a:t>
            </a:r>
            <a:r>
              <a:rPr lang="en" u="sng">
                <a:solidFill>
                  <a:schemeClr val="dk1"/>
                </a:solidFill>
              </a:rPr>
              <a:t>PROPOSED SOLUTION</a:t>
            </a:r>
            <a:endParaRPr u="sng">
              <a:solidFill>
                <a:schemeClr val="dk1"/>
              </a:solidFill>
            </a:endParaRPr>
          </a:p>
        </p:txBody>
      </p:sp>
      <p:sp>
        <p:nvSpPr>
          <p:cNvPr id="346" name="Google Shape;346;p35"/>
          <p:cNvSpPr txBox="1"/>
          <p:nvPr>
            <p:ph idx="9" type="title"/>
          </p:nvPr>
        </p:nvSpPr>
        <p:spPr>
          <a:xfrm>
            <a:off x="318650" y="1143838"/>
            <a:ext cx="4676400" cy="527700"/>
          </a:xfrm>
          <a:prstGeom prst="rect">
            <a:avLst/>
          </a:prstGeom>
        </p:spPr>
        <p:txBody>
          <a:bodyPr anchorCtr="0" anchor="ctr" bIns="91425" lIns="91425" spcFirstLastPara="1" rIns="91425" wrap="square" tIns="91425">
            <a:noAutofit/>
          </a:bodyPr>
          <a:lstStyle/>
          <a:p>
            <a:pPr indent="-381000" lvl="0" marL="457200" rtl="0" algn="l">
              <a:spcBef>
                <a:spcPts val="0"/>
              </a:spcBef>
              <a:spcAft>
                <a:spcPts val="0"/>
              </a:spcAft>
              <a:buSzPts val="2400"/>
              <a:buChar char="●"/>
            </a:pPr>
            <a:r>
              <a:rPr lang="en" sz="2400"/>
              <a:t>Filter 1: Categorical Year</a:t>
            </a:r>
            <a:endParaRPr sz="2400">
              <a:solidFill>
                <a:schemeClr val="dk1"/>
              </a:solidFill>
            </a:endParaRPr>
          </a:p>
        </p:txBody>
      </p:sp>
      <p:sp>
        <p:nvSpPr>
          <p:cNvPr id="347" name="Google Shape;347;p35"/>
          <p:cNvSpPr txBox="1"/>
          <p:nvPr>
            <p:ph idx="9" type="title"/>
          </p:nvPr>
        </p:nvSpPr>
        <p:spPr>
          <a:xfrm>
            <a:off x="318650" y="2288113"/>
            <a:ext cx="6403500" cy="527700"/>
          </a:xfrm>
          <a:prstGeom prst="rect">
            <a:avLst/>
          </a:prstGeom>
        </p:spPr>
        <p:txBody>
          <a:bodyPr anchorCtr="0" anchor="ctr" bIns="91425" lIns="91425" spcFirstLastPara="1" rIns="91425" wrap="square" tIns="91425">
            <a:noAutofit/>
          </a:bodyPr>
          <a:lstStyle/>
          <a:p>
            <a:pPr indent="-381000" lvl="0" marL="457200" rtl="0" algn="l">
              <a:spcBef>
                <a:spcPts val="0"/>
              </a:spcBef>
              <a:spcAft>
                <a:spcPts val="0"/>
              </a:spcAft>
              <a:buSzPts val="2400"/>
              <a:buChar char="●"/>
            </a:pPr>
            <a:r>
              <a:rPr lang="en" sz="2400"/>
              <a:t>Filter 2: Priority Queue</a:t>
            </a:r>
            <a:endParaRPr sz="2400">
              <a:solidFill>
                <a:schemeClr val="dk1"/>
              </a:solidFill>
            </a:endParaRPr>
          </a:p>
        </p:txBody>
      </p:sp>
      <p:sp>
        <p:nvSpPr>
          <p:cNvPr id="348" name="Google Shape;348;p35"/>
          <p:cNvSpPr txBox="1"/>
          <p:nvPr>
            <p:ph idx="9" type="title"/>
          </p:nvPr>
        </p:nvSpPr>
        <p:spPr>
          <a:xfrm>
            <a:off x="318650" y="3891350"/>
            <a:ext cx="4676400" cy="527700"/>
          </a:xfrm>
          <a:prstGeom prst="rect">
            <a:avLst/>
          </a:prstGeom>
        </p:spPr>
        <p:txBody>
          <a:bodyPr anchorCtr="0" anchor="ctr" bIns="91425" lIns="91425" spcFirstLastPara="1" rIns="91425" wrap="square" tIns="91425">
            <a:noAutofit/>
          </a:bodyPr>
          <a:lstStyle/>
          <a:p>
            <a:pPr indent="-381000" lvl="0" marL="457200" rtl="0" algn="l">
              <a:spcBef>
                <a:spcPts val="0"/>
              </a:spcBef>
              <a:spcAft>
                <a:spcPts val="0"/>
              </a:spcAft>
              <a:buSzPts val="2400"/>
              <a:buChar char="●"/>
            </a:pPr>
            <a:r>
              <a:rPr lang="en" sz="2400"/>
              <a:t>The Effect on PERC</a:t>
            </a:r>
            <a:endParaRPr sz="2400">
              <a:solidFill>
                <a:schemeClr val="dk1"/>
              </a:solidFill>
            </a:endParaRPr>
          </a:p>
        </p:txBody>
      </p:sp>
      <p:sp>
        <p:nvSpPr>
          <p:cNvPr id="349" name="Google Shape;349;p35"/>
          <p:cNvSpPr txBox="1"/>
          <p:nvPr>
            <p:ph idx="1" type="subTitle"/>
          </p:nvPr>
        </p:nvSpPr>
        <p:spPr>
          <a:xfrm>
            <a:off x="1216975" y="4335700"/>
            <a:ext cx="5967900" cy="44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500"/>
              <a:t>-Significant improvement and accuracy </a:t>
            </a:r>
            <a:endParaRPr sz="1500"/>
          </a:p>
        </p:txBody>
      </p:sp>
      <p:grpSp>
        <p:nvGrpSpPr>
          <p:cNvPr id="350" name="Google Shape;350;p35"/>
          <p:cNvGrpSpPr/>
          <p:nvPr/>
        </p:nvGrpSpPr>
        <p:grpSpPr>
          <a:xfrm rot="-1595778">
            <a:off x="7767720" y="3978723"/>
            <a:ext cx="496498" cy="448952"/>
            <a:chOff x="5629975" y="3255775"/>
            <a:chExt cx="504500" cy="397500"/>
          </a:xfrm>
        </p:grpSpPr>
        <p:sp>
          <p:nvSpPr>
            <p:cNvPr id="351" name="Google Shape;351;p35"/>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52" name="Google Shape;352;p35"/>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53" name="Google Shape;353;p35"/>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54" name="Google Shape;354;p35"/>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55" name="Google Shape;355;p35"/>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grpSp>
      <p:grpSp>
        <p:nvGrpSpPr>
          <p:cNvPr id="356" name="Google Shape;356;p35"/>
          <p:cNvGrpSpPr/>
          <p:nvPr/>
        </p:nvGrpSpPr>
        <p:grpSpPr>
          <a:xfrm rot="1303738">
            <a:off x="8302183" y="4250133"/>
            <a:ext cx="681631" cy="618915"/>
            <a:chOff x="5629975" y="3255775"/>
            <a:chExt cx="504500" cy="397500"/>
          </a:xfrm>
        </p:grpSpPr>
        <p:sp>
          <p:nvSpPr>
            <p:cNvPr id="357" name="Google Shape;357;p35"/>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58" name="Google Shape;358;p35"/>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59" name="Google Shape;359;p35"/>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60" name="Google Shape;360;p35"/>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61" name="Google Shape;361;p35"/>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6"/>
          <p:cNvSpPr txBox="1"/>
          <p:nvPr>
            <p:ph idx="21" type="title"/>
          </p:nvPr>
        </p:nvSpPr>
        <p:spPr>
          <a:xfrm>
            <a:off x="720000" y="539400"/>
            <a:ext cx="77040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u="sng"/>
              <a:t>OUR </a:t>
            </a:r>
            <a:r>
              <a:rPr lang="en" u="sng">
                <a:solidFill>
                  <a:schemeClr val="dk1"/>
                </a:solidFill>
              </a:rPr>
              <a:t>PROPOSED SOLUTION</a:t>
            </a:r>
            <a:endParaRPr u="sng">
              <a:solidFill>
                <a:schemeClr val="dk1"/>
              </a:solidFill>
            </a:endParaRPr>
          </a:p>
        </p:txBody>
      </p:sp>
      <p:pic>
        <p:nvPicPr>
          <p:cNvPr id="367" name="Google Shape;367;p36"/>
          <p:cNvPicPr preferRelativeResize="0"/>
          <p:nvPr/>
        </p:nvPicPr>
        <p:blipFill>
          <a:blip r:embed="rId3">
            <a:alphaModFix/>
          </a:blip>
          <a:stretch>
            <a:fillRect/>
          </a:stretch>
        </p:blipFill>
        <p:spPr>
          <a:xfrm>
            <a:off x="433028" y="1582427"/>
            <a:ext cx="7940275" cy="3222350"/>
          </a:xfrm>
          <a:prstGeom prst="rect">
            <a:avLst/>
          </a:prstGeom>
          <a:noFill/>
          <a:ln>
            <a:noFill/>
          </a:ln>
        </p:spPr>
      </p:pic>
      <p:sp>
        <p:nvSpPr>
          <p:cNvPr id="368" name="Google Shape;368;p36"/>
          <p:cNvSpPr txBox="1"/>
          <p:nvPr>
            <p:ph idx="9" type="title"/>
          </p:nvPr>
        </p:nvSpPr>
        <p:spPr>
          <a:xfrm>
            <a:off x="433025" y="967600"/>
            <a:ext cx="21450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500"/>
              <a:t>Existing Process</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7"/>
          <p:cNvSpPr txBox="1"/>
          <p:nvPr>
            <p:ph idx="21" type="title"/>
          </p:nvPr>
        </p:nvSpPr>
        <p:spPr>
          <a:xfrm>
            <a:off x="720000" y="539400"/>
            <a:ext cx="77040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u="sng"/>
              <a:t>OUR </a:t>
            </a:r>
            <a:r>
              <a:rPr lang="en" u="sng">
                <a:solidFill>
                  <a:schemeClr val="dk1"/>
                </a:solidFill>
              </a:rPr>
              <a:t>PROPOSED SOLUTION</a:t>
            </a:r>
            <a:endParaRPr u="sng">
              <a:solidFill>
                <a:schemeClr val="dk1"/>
              </a:solidFill>
            </a:endParaRPr>
          </a:p>
        </p:txBody>
      </p:sp>
      <p:pic>
        <p:nvPicPr>
          <p:cNvPr id="374" name="Google Shape;374;p37"/>
          <p:cNvPicPr preferRelativeResize="0"/>
          <p:nvPr/>
        </p:nvPicPr>
        <p:blipFill>
          <a:blip r:embed="rId3">
            <a:alphaModFix/>
          </a:blip>
          <a:stretch>
            <a:fillRect/>
          </a:stretch>
        </p:blipFill>
        <p:spPr>
          <a:xfrm>
            <a:off x="273425" y="1609600"/>
            <a:ext cx="8230449" cy="3046850"/>
          </a:xfrm>
          <a:prstGeom prst="rect">
            <a:avLst/>
          </a:prstGeom>
          <a:noFill/>
          <a:ln>
            <a:noFill/>
          </a:ln>
        </p:spPr>
      </p:pic>
      <p:sp>
        <p:nvSpPr>
          <p:cNvPr id="375" name="Google Shape;375;p37"/>
          <p:cNvSpPr txBox="1"/>
          <p:nvPr>
            <p:ph idx="9" type="title"/>
          </p:nvPr>
        </p:nvSpPr>
        <p:spPr>
          <a:xfrm>
            <a:off x="273425" y="967600"/>
            <a:ext cx="21450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500"/>
              <a:t>Revised</a:t>
            </a:r>
            <a:r>
              <a:rPr lang="en" sz="1500"/>
              <a:t> Process</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8"/>
          <p:cNvSpPr txBox="1"/>
          <p:nvPr>
            <p:ph type="title"/>
          </p:nvPr>
        </p:nvSpPr>
        <p:spPr>
          <a:xfrm>
            <a:off x="720000" y="539400"/>
            <a:ext cx="77040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u="sng"/>
              <a:t>TECHNOLOGICAL </a:t>
            </a:r>
            <a:r>
              <a:rPr lang="en" u="sng">
                <a:solidFill>
                  <a:schemeClr val="dk1"/>
                </a:solidFill>
              </a:rPr>
              <a:t>COMPONENTS</a:t>
            </a:r>
            <a:endParaRPr u="sng">
              <a:solidFill>
                <a:schemeClr val="dk1"/>
              </a:solidFill>
            </a:endParaRPr>
          </a:p>
        </p:txBody>
      </p:sp>
      <p:pic>
        <p:nvPicPr>
          <p:cNvPr id="381" name="Google Shape;381;p38"/>
          <p:cNvPicPr preferRelativeResize="0"/>
          <p:nvPr/>
        </p:nvPicPr>
        <p:blipFill>
          <a:blip r:embed="rId3">
            <a:alphaModFix/>
          </a:blip>
          <a:stretch>
            <a:fillRect/>
          </a:stretch>
        </p:blipFill>
        <p:spPr>
          <a:xfrm>
            <a:off x="720000" y="-6822"/>
            <a:ext cx="7425851" cy="4970972"/>
          </a:xfrm>
          <a:prstGeom prst="rect">
            <a:avLst/>
          </a:prstGeom>
          <a:noFill/>
          <a:ln>
            <a:noFill/>
          </a:ln>
        </p:spPr>
      </p:pic>
      <p:grpSp>
        <p:nvGrpSpPr>
          <p:cNvPr id="382" name="Google Shape;382;p38"/>
          <p:cNvGrpSpPr/>
          <p:nvPr/>
        </p:nvGrpSpPr>
        <p:grpSpPr>
          <a:xfrm rot="1959160">
            <a:off x="382609" y="3820241"/>
            <a:ext cx="681649" cy="618938"/>
            <a:chOff x="5629975" y="3255775"/>
            <a:chExt cx="504500" cy="397500"/>
          </a:xfrm>
        </p:grpSpPr>
        <p:sp>
          <p:nvSpPr>
            <p:cNvPr id="383" name="Google Shape;383;p38"/>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84" name="Google Shape;384;p38"/>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85" name="Google Shape;385;p38"/>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86" name="Google Shape;386;p38"/>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87" name="Google Shape;387;p38"/>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grpSp>
      <p:grpSp>
        <p:nvGrpSpPr>
          <p:cNvPr id="388" name="Google Shape;388;p38"/>
          <p:cNvGrpSpPr/>
          <p:nvPr/>
        </p:nvGrpSpPr>
        <p:grpSpPr>
          <a:xfrm rot="-1799319">
            <a:off x="203375" y="3315659"/>
            <a:ext cx="439772" cy="409433"/>
            <a:chOff x="5629975" y="3255775"/>
            <a:chExt cx="504500" cy="397500"/>
          </a:xfrm>
        </p:grpSpPr>
        <p:sp>
          <p:nvSpPr>
            <p:cNvPr id="389" name="Google Shape;389;p38"/>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90" name="Google Shape;390;p38"/>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91" name="Google Shape;391;p38"/>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92" name="Google Shape;392;p38"/>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393" name="Google Shape;393;p38"/>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9"/>
          <p:cNvSpPr txBox="1"/>
          <p:nvPr>
            <p:ph idx="9" type="subTitle"/>
          </p:nvPr>
        </p:nvSpPr>
        <p:spPr>
          <a:xfrm>
            <a:off x="631625" y="2821650"/>
            <a:ext cx="3060600" cy="67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Project team meets with requesting party and collects details</a:t>
            </a:r>
            <a:endParaRPr/>
          </a:p>
        </p:txBody>
      </p:sp>
      <p:sp>
        <p:nvSpPr>
          <p:cNvPr id="399" name="Google Shape;399;p39"/>
          <p:cNvSpPr txBox="1"/>
          <p:nvPr>
            <p:ph idx="14" type="subTitle"/>
          </p:nvPr>
        </p:nvSpPr>
        <p:spPr>
          <a:xfrm>
            <a:off x="3692225" y="2780550"/>
            <a:ext cx="2955000" cy="756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IS&amp;T confirms new features meet requestors wants/needs</a:t>
            </a:r>
            <a:endParaRPr/>
          </a:p>
        </p:txBody>
      </p:sp>
      <p:sp>
        <p:nvSpPr>
          <p:cNvPr id="400" name="Google Shape;400;p39"/>
          <p:cNvSpPr txBox="1"/>
          <p:nvPr>
            <p:ph idx="8" type="title"/>
          </p:nvPr>
        </p:nvSpPr>
        <p:spPr>
          <a:xfrm>
            <a:off x="568327" y="2360100"/>
            <a:ext cx="19860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191919"/>
                </a:solidFill>
              </a:rPr>
              <a:t>2.</a:t>
            </a:r>
            <a:r>
              <a:rPr lang="en"/>
              <a:t> Meeting</a:t>
            </a:r>
            <a:endParaRPr/>
          </a:p>
        </p:txBody>
      </p:sp>
      <p:sp>
        <p:nvSpPr>
          <p:cNvPr id="401" name="Google Shape;401;p39"/>
          <p:cNvSpPr txBox="1"/>
          <p:nvPr>
            <p:ph idx="13" type="title"/>
          </p:nvPr>
        </p:nvSpPr>
        <p:spPr>
          <a:xfrm>
            <a:off x="3675125" y="2360100"/>
            <a:ext cx="24498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5.</a:t>
            </a:r>
            <a:r>
              <a:rPr lang="en"/>
              <a:t> Confirmation</a:t>
            </a:r>
            <a:endParaRPr/>
          </a:p>
        </p:txBody>
      </p:sp>
      <p:sp>
        <p:nvSpPr>
          <p:cNvPr id="402" name="Google Shape;402;p39"/>
          <p:cNvSpPr txBox="1"/>
          <p:nvPr>
            <p:ph idx="15" type="title"/>
          </p:nvPr>
        </p:nvSpPr>
        <p:spPr>
          <a:xfrm>
            <a:off x="720000" y="539400"/>
            <a:ext cx="77040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u="sng"/>
              <a:t>IMPLEMENTATION</a:t>
            </a:r>
            <a:r>
              <a:rPr lang="en" u="sng">
                <a:solidFill>
                  <a:schemeClr val="dk1"/>
                </a:solidFill>
              </a:rPr>
              <a:t> SCHEDULE</a:t>
            </a:r>
            <a:endParaRPr u="sng">
              <a:solidFill>
                <a:schemeClr val="dk1"/>
              </a:solidFill>
            </a:endParaRPr>
          </a:p>
        </p:txBody>
      </p:sp>
      <p:sp>
        <p:nvSpPr>
          <p:cNvPr id="403" name="Google Shape;403;p39"/>
          <p:cNvSpPr txBox="1"/>
          <p:nvPr>
            <p:ph type="title"/>
          </p:nvPr>
        </p:nvSpPr>
        <p:spPr>
          <a:xfrm>
            <a:off x="568325" y="1128300"/>
            <a:ext cx="32145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1.</a:t>
            </a:r>
            <a:r>
              <a:rPr lang="en"/>
              <a:t> </a:t>
            </a:r>
            <a:r>
              <a:rPr lang="en"/>
              <a:t>Request Originated</a:t>
            </a:r>
            <a:endParaRPr/>
          </a:p>
        </p:txBody>
      </p:sp>
      <p:sp>
        <p:nvSpPr>
          <p:cNvPr id="404" name="Google Shape;404;p39"/>
          <p:cNvSpPr txBox="1"/>
          <p:nvPr>
            <p:ph idx="1" type="subTitle"/>
          </p:nvPr>
        </p:nvSpPr>
        <p:spPr>
          <a:xfrm>
            <a:off x="602825" y="1656000"/>
            <a:ext cx="3214500" cy="70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Request for </a:t>
            </a:r>
            <a:r>
              <a:rPr lang="en"/>
              <a:t>modification</a:t>
            </a:r>
            <a:r>
              <a:rPr lang="en"/>
              <a:t> is submitted to IS&amp;T</a:t>
            </a:r>
            <a:endParaRPr/>
          </a:p>
          <a:p>
            <a:pPr indent="0" lvl="0" marL="0" rtl="0" algn="l">
              <a:spcBef>
                <a:spcPts val="1000"/>
              </a:spcBef>
              <a:spcAft>
                <a:spcPts val="0"/>
              </a:spcAft>
              <a:buNone/>
            </a:pPr>
            <a:r>
              <a:rPr lang="en"/>
              <a:t>Project team and priority assigned</a:t>
            </a:r>
            <a:endParaRPr/>
          </a:p>
        </p:txBody>
      </p:sp>
      <p:sp>
        <p:nvSpPr>
          <p:cNvPr id="405" name="Google Shape;405;p39"/>
          <p:cNvSpPr txBox="1"/>
          <p:nvPr>
            <p:ph idx="2" type="title"/>
          </p:nvPr>
        </p:nvSpPr>
        <p:spPr>
          <a:xfrm>
            <a:off x="3675123" y="1128300"/>
            <a:ext cx="19860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4.</a:t>
            </a:r>
            <a:r>
              <a:rPr lang="en"/>
              <a:t> Testing</a:t>
            </a:r>
            <a:endParaRPr/>
          </a:p>
        </p:txBody>
      </p:sp>
      <p:sp>
        <p:nvSpPr>
          <p:cNvPr id="406" name="Google Shape;406;p39"/>
          <p:cNvSpPr txBox="1"/>
          <p:nvPr>
            <p:ph idx="3" type="subTitle"/>
          </p:nvPr>
        </p:nvSpPr>
        <p:spPr>
          <a:xfrm>
            <a:off x="3692225" y="1581525"/>
            <a:ext cx="3101100" cy="609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IS&amp;T tests operability in a non-production environment</a:t>
            </a:r>
            <a:endParaRPr/>
          </a:p>
        </p:txBody>
      </p:sp>
      <p:sp>
        <p:nvSpPr>
          <p:cNvPr id="407" name="Google Shape;407;p39"/>
          <p:cNvSpPr txBox="1"/>
          <p:nvPr>
            <p:ph idx="4" type="title"/>
          </p:nvPr>
        </p:nvSpPr>
        <p:spPr>
          <a:xfrm>
            <a:off x="568325" y="3480875"/>
            <a:ext cx="24498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3.</a:t>
            </a:r>
            <a:r>
              <a:rPr lang="en"/>
              <a:t> Development</a:t>
            </a:r>
            <a:endParaRPr/>
          </a:p>
        </p:txBody>
      </p:sp>
      <p:sp>
        <p:nvSpPr>
          <p:cNvPr id="408" name="Google Shape;408;p39"/>
          <p:cNvSpPr txBox="1"/>
          <p:nvPr>
            <p:ph idx="5" type="subTitle"/>
          </p:nvPr>
        </p:nvSpPr>
        <p:spPr>
          <a:xfrm>
            <a:off x="631625" y="4029000"/>
            <a:ext cx="3156900" cy="67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Development begins</a:t>
            </a:r>
            <a:endParaRPr/>
          </a:p>
          <a:p>
            <a:pPr indent="0" lvl="0" marL="0" rtl="0" algn="l">
              <a:spcBef>
                <a:spcPts val="1000"/>
              </a:spcBef>
              <a:spcAft>
                <a:spcPts val="0"/>
              </a:spcAft>
              <a:buNone/>
            </a:pPr>
            <a:r>
              <a:rPr lang="en"/>
              <a:t>Length is determined by complexity of request</a:t>
            </a:r>
            <a:endParaRPr/>
          </a:p>
        </p:txBody>
      </p:sp>
      <p:sp>
        <p:nvSpPr>
          <p:cNvPr id="409" name="Google Shape;409;p39"/>
          <p:cNvSpPr txBox="1"/>
          <p:nvPr>
            <p:ph idx="6" type="title"/>
          </p:nvPr>
        </p:nvSpPr>
        <p:spPr>
          <a:xfrm>
            <a:off x="3730223" y="3496350"/>
            <a:ext cx="19860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6.</a:t>
            </a:r>
            <a:r>
              <a:rPr lang="en"/>
              <a:t> CAB</a:t>
            </a:r>
            <a:endParaRPr/>
          </a:p>
        </p:txBody>
      </p:sp>
      <p:sp>
        <p:nvSpPr>
          <p:cNvPr id="410" name="Google Shape;410;p39"/>
          <p:cNvSpPr txBox="1"/>
          <p:nvPr>
            <p:ph idx="7" type="subTitle"/>
          </p:nvPr>
        </p:nvSpPr>
        <p:spPr>
          <a:xfrm>
            <a:off x="3675125" y="3957900"/>
            <a:ext cx="2989200" cy="816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Change Advisory Board approves and ensures </a:t>
            </a:r>
            <a:r>
              <a:rPr lang="en"/>
              <a:t>network</a:t>
            </a:r>
            <a:r>
              <a:rPr lang="en"/>
              <a:t> stability</a:t>
            </a:r>
            <a:endParaRPr/>
          </a:p>
          <a:p>
            <a:pPr indent="0" lvl="0" marL="0" rtl="0" algn="l">
              <a:spcBef>
                <a:spcPts val="1000"/>
              </a:spcBef>
              <a:spcAft>
                <a:spcPts val="0"/>
              </a:spcAft>
              <a:buNone/>
            </a:pPr>
            <a:r>
              <a:rPr lang="en"/>
              <a:t>Change implemented</a:t>
            </a:r>
            <a:endParaRPr/>
          </a:p>
        </p:txBody>
      </p:sp>
      <p:grpSp>
        <p:nvGrpSpPr>
          <p:cNvPr id="411" name="Google Shape;411;p39"/>
          <p:cNvGrpSpPr/>
          <p:nvPr/>
        </p:nvGrpSpPr>
        <p:grpSpPr>
          <a:xfrm rot="1959160">
            <a:off x="8295934" y="4345166"/>
            <a:ext cx="681649" cy="618938"/>
            <a:chOff x="5629975" y="3255775"/>
            <a:chExt cx="504500" cy="397500"/>
          </a:xfrm>
        </p:grpSpPr>
        <p:sp>
          <p:nvSpPr>
            <p:cNvPr id="412" name="Google Shape;412;p39"/>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13" name="Google Shape;413;p39"/>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14" name="Google Shape;414;p39"/>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15" name="Google Shape;415;p39"/>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16" name="Google Shape;416;p39"/>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grpSp>
      <p:grpSp>
        <p:nvGrpSpPr>
          <p:cNvPr id="417" name="Google Shape;417;p39"/>
          <p:cNvGrpSpPr/>
          <p:nvPr/>
        </p:nvGrpSpPr>
        <p:grpSpPr>
          <a:xfrm rot="-1799319">
            <a:off x="8627375" y="3838609"/>
            <a:ext cx="439772" cy="409433"/>
            <a:chOff x="5629975" y="3255775"/>
            <a:chExt cx="504500" cy="397500"/>
          </a:xfrm>
        </p:grpSpPr>
        <p:sp>
          <p:nvSpPr>
            <p:cNvPr id="418" name="Google Shape;418;p39"/>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19" name="Google Shape;419;p39"/>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20" name="Google Shape;420;p39"/>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21" name="Google Shape;421;p39"/>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22" name="Google Shape;422;p39"/>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grpSp>
      <p:sp>
        <p:nvSpPr>
          <p:cNvPr id="423" name="Google Shape;423;p39"/>
          <p:cNvSpPr txBox="1"/>
          <p:nvPr/>
        </p:nvSpPr>
        <p:spPr>
          <a:xfrm>
            <a:off x="6885225" y="4774800"/>
            <a:ext cx="1665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Alata"/>
                <a:ea typeface="Alata"/>
                <a:cs typeface="Alata"/>
                <a:sym typeface="Alata"/>
              </a:rPr>
              <a:t>Mantooth, 2023</a:t>
            </a:r>
            <a:endParaRPr sz="1200">
              <a:solidFill>
                <a:schemeClr val="dk1"/>
              </a:solidFill>
              <a:latin typeface="Alata"/>
              <a:ea typeface="Alata"/>
              <a:cs typeface="Alata"/>
              <a:sym typeface="Alata"/>
            </a:endParaRPr>
          </a:p>
        </p:txBody>
      </p:sp>
      <p:sp>
        <p:nvSpPr>
          <p:cNvPr id="424" name="Google Shape;424;p39"/>
          <p:cNvSpPr txBox="1"/>
          <p:nvPr>
            <p:ph idx="2" type="title"/>
          </p:nvPr>
        </p:nvSpPr>
        <p:spPr>
          <a:xfrm>
            <a:off x="6643685" y="1128275"/>
            <a:ext cx="19860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7.</a:t>
            </a:r>
            <a:r>
              <a:rPr lang="en"/>
              <a:t> Fill Fields</a:t>
            </a:r>
            <a:endParaRPr/>
          </a:p>
        </p:txBody>
      </p:sp>
      <p:sp>
        <p:nvSpPr>
          <p:cNvPr id="425" name="Google Shape;425;p39"/>
          <p:cNvSpPr txBox="1"/>
          <p:nvPr>
            <p:ph idx="3" type="subTitle"/>
          </p:nvPr>
        </p:nvSpPr>
        <p:spPr>
          <a:xfrm>
            <a:off x="6592222" y="1581525"/>
            <a:ext cx="2374500" cy="609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Registrar inputs data into new fields</a:t>
            </a:r>
            <a:endParaRPr/>
          </a:p>
        </p:txBody>
      </p:sp>
      <p:sp>
        <p:nvSpPr>
          <p:cNvPr id="426" name="Google Shape;426;p39"/>
          <p:cNvSpPr txBox="1"/>
          <p:nvPr>
            <p:ph idx="2" type="title"/>
          </p:nvPr>
        </p:nvSpPr>
        <p:spPr>
          <a:xfrm>
            <a:off x="6643673" y="2304575"/>
            <a:ext cx="19860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8.</a:t>
            </a:r>
            <a:r>
              <a:rPr lang="en"/>
              <a:t> </a:t>
            </a:r>
            <a:r>
              <a:rPr lang="en"/>
              <a:t>Testing</a:t>
            </a:r>
            <a:endParaRPr/>
          </a:p>
        </p:txBody>
      </p:sp>
      <p:sp>
        <p:nvSpPr>
          <p:cNvPr id="427" name="Google Shape;427;p39"/>
          <p:cNvSpPr txBox="1"/>
          <p:nvPr>
            <p:ph idx="3" type="subTitle"/>
          </p:nvPr>
        </p:nvSpPr>
        <p:spPr>
          <a:xfrm>
            <a:off x="6643675" y="2829200"/>
            <a:ext cx="2271600" cy="609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Registrar tests filter operability</a:t>
            </a:r>
            <a:endParaRPr/>
          </a:p>
        </p:txBody>
      </p:sp>
      <p:sp>
        <p:nvSpPr>
          <p:cNvPr id="428" name="Google Shape;428;p39"/>
          <p:cNvSpPr txBox="1"/>
          <p:nvPr>
            <p:ph idx="2" type="title"/>
          </p:nvPr>
        </p:nvSpPr>
        <p:spPr>
          <a:xfrm>
            <a:off x="6643673" y="3480875"/>
            <a:ext cx="19860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9.</a:t>
            </a:r>
            <a:r>
              <a:rPr lang="en"/>
              <a:t> Release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0"/>
          <p:cNvSpPr/>
          <p:nvPr/>
        </p:nvSpPr>
        <p:spPr>
          <a:xfrm>
            <a:off x="614100" y="771625"/>
            <a:ext cx="7915800" cy="4316700"/>
          </a:xfrm>
          <a:prstGeom prst="rect">
            <a:avLst/>
          </a:prstGeom>
          <a:solidFill>
            <a:srgbClr val="313030"/>
          </a:solidFill>
          <a:ln cap="flat" cmpd="sng" w="9525">
            <a:solidFill>
              <a:schemeClr val="dk2"/>
            </a:solidFill>
            <a:prstDash val="solid"/>
            <a:round/>
            <a:headEnd len="sm" w="sm" type="none"/>
            <a:tailEnd len="sm" w="sm" type="none"/>
          </a:ln>
          <a:effectLst>
            <a:outerShdw blurRad="57150" rotWithShape="0" algn="bl" dir="19080000" dist="66675">
              <a:srgbClr val="000000">
                <a:alpha val="1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434" name="Google Shape;434;p40"/>
          <p:cNvGraphicFramePr/>
          <p:nvPr/>
        </p:nvGraphicFramePr>
        <p:xfrm>
          <a:off x="710750" y="860275"/>
          <a:ext cx="3000000" cy="3000000"/>
        </p:xfrm>
        <a:graphic>
          <a:graphicData uri="http://schemas.openxmlformats.org/drawingml/2006/table">
            <a:tbl>
              <a:tblPr>
                <a:noFill/>
                <a:tableStyleId>{F7EC16D8-0DE4-4C31-9C52-2EFB3DCA7034}</a:tableStyleId>
              </a:tblPr>
              <a:tblGrid>
                <a:gridCol w="486525"/>
                <a:gridCol w="2070500"/>
                <a:gridCol w="248450"/>
                <a:gridCol w="391175"/>
                <a:gridCol w="238100"/>
                <a:gridCol w="238100"/>
                <a:gridCol w="238100"/>
                <a:gridCol w="238100"/>
                <a:gridCol w="238100"/>
                <a:gridCol w="238100"/>
                <a:gridCol w="238100"/>
                <a:gridCol w="258825"/>
                <a:gridCol w="258825"/>
                <a:gridCol w="258825"/>
                <a:gridCol w="258825"/>
                <a:gridCol w="258825"/>
                <a:gridCol w="258825"/>
                <a:gridCol w="258825"/>
                <a:gridCol w="258825"/>
                <a:gridCol w="258825"/>
                <a:gridCol w="258825"/>
                <a:gridCol w="258825"/>
              </a:tblGrid>
              <a:tr h="295450">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gridSpan="2">
                  <a:txBody>
                    <a:bodyPr/>
                    <a:lstStyle/>
                    <a:p>
                      <a:pPr indent="0" lvl="0" marL="0" rtl="0" algn="l">
                        <a:spcBef>
                          <a:spcPts val="0"/>
                        </a:spcBef>
                        <a:spcAft>
                          <a:spcPts val="0"/>
                        </a:spcAft>
                        <a:buNone/>
                      </a:pPr>
                      <a:r>
                        <a:rPr b="1" lang="en">
                          <a:latin typeface="Alata"/>
                          <a:ea typeface="Alata"/>
                          <a:cs typeface="Alata"/>
                          <a:sym typeface="Alata"/>
                        </a:rPr>
                        <a:t>Day</a:t>
                      </a:r>
                      <a:endParaRPr b="1">
                        <a:latin typeface="Alata"/>
                        <a:ea typeface="Alata"/>
                        <a:cs typeface="Alata"/>
                        <a:sym typeface="Alata"/>
                      </a:endParaRPr>
                    </a:p>
                  </a:txBody>
                  <a:tcPr marT="9525" marB="91425" marR="9525" marL="9525" anchor="b">
                    <a:solidFill>
                      <a:srgbClr val="D9E1F2"/>
                    </a:solidFill>
                  </a:tcPr>
                </a:tc>
                <a:tc hMerge="1"/>
                <a:tc>
                  <a:txBody>
                    <a:bodyPr/>
                    <a:lstStyle/>
                    <a:p>
                      <a:pPr indent="0" lvl="0" marL="0" rtl="0" algn="l">
                        <a:spcBef>
                          <a:spcPts val="0"/>
                        </a:spcBef>
                        <a:spcAft>
                          <a:spcPts val="0"/>
                        </a:spcAft>
                        <a:buNone/>
                      </a:pPr>
                      <a:r>
                        <a:rPr b="1" lang="en"/>
                        <a:t> </a:t>
                      </a:r>
                      <a:endParaRPr b="1"/>
                    </a:p>
                  </a:txBody>
                  <a:tcPr marT="9525" marB="91425" marR="9525" marL="9525" anchor="b">
                    <a:solidFill>
                      <a:srgbClr val="D9E1F2"/>
                    </a:solidFill>
                  </a:tcPr>
                </a:tc>
                <a:tc>
                  <a:txBody>
                    <a:bodyPr/>
                    <a:lstStyle/>
                    <a:p>
                      <a:pPr indent="0" lvl="0" marL="0" rtl="0" algn="l">
                        <a:spcBef>
                          <a:spcPts val="0"/>
                        </a:spcBef>
                        <a:spcAft>
                          <a:spcPts val="0"/>
                        </a:spcAft>
                        <a:buNone/>
                      </a:pPr>
                      <a:r>
                        <a:rPr b="1" lang="en"/>
                        <a:t> </a:t>
                      </a:r>
                      <a:endParaRPr b="1"/>
                    </a:p>
                  </a:txBody>
                  <a:tcPr marT="9525" marB="91425" marR="9525" marL="9525" anchor="b">
                    <a:solidFill>
                      <a:srgbClr val="D9E1F2"/>
                    </a:solidFill>
                  </a:tcPr>
                </a:tc>
                <a:tc>
                  <a:txBody>
                    <a:bodyPr/>
                    <a:lstStyle/>
                    <a:p>
                      <a:pPr indent="0" lvl="0" marL="0" rtl="0" algn="l">
                        <a:spcBef>
                          <a:spcPts val="0"/>
                        </a:spcBef>
                        <a:spcAft>
                          <a:spcPts val="0"/>
                        </a:spcAft>
                        <a:buNone/>
                      </a:pPr>
                      <a:r>
                        <a:rPr b="1" lang="en"/>
                        <a:t> </a:t>
                      </a:r>
                      <a:endParaRPr b="1"/>
                    </a:p>
                  </a:txBody>
                  <a:tcPr marT="9525" marB="91425" marR="9525" marL="9525" anchor="b">
                    <a:solidFill>
                      <a:srgbClr val="D9E1F2"/>
                    </a:solidFill>
                  </a:tcPr>
                </a:tc>
                <a:tc>
                  <a:txBody>
                    <a:bodyPr/>
                    <a:lstStyle/>
                    <a:p>
                      <a:pPr indent="0" lvl="0" marL="0" rtl="0" algn="l">
                        <a:spcBef>
                          <a:spcPts val="0"/>
                        </a:spcBef>
                        <a:spcAft>
                          <a:spcPts val="0"/>
                        </a:spcAft>
                        <a:buNone/>
                      </a:pPr>
                      <a:r>
                        <a:rPr b="1" lang="en"/>
                        <a:t> </a:t>
                      </a:r>
                      <a:endParaRPr b="1"/>
                    </a:p>
                  </a:txBody>
                  <a:tcPr marT="9525" marB="91425" marR="9525" marL="9525" anchor="b">
                    <a:solidFill>
                      <a:srgbClr val="D9E1F2"/>
                    </a:solidFill>
                  </a:tcPr>
                </a:tc>
                <a:tc>
                  <a:txBody>
                    <a:bodyPr/>
                    <a:lstStyle/>
                    <a:p>
                      <a:pPr indent="0" lvl="0" marL="0" rtl="0" algn="l">
                        <a:spcBef>
                          <a:spcPts val="0"/>
                        </a:spcBef>
                        <a:spcAft>
                          <a:spcPts val="0"/>
                        </a:spcAft>
                        <a:buNone/>
                      </a:pPr>
                      <a:r>
                        <a:rPr b="1" lang="en"/>
                        <a:t> </a:t>
                      </a:r>
                      <a:endParaRPr b="1"/>
                    </a:p>
                  </a:txBody>
                  <a:tcPr marT="9525" marB="91425" marR="9525" marL="9525" anchor="b">
                    <a:solidFill>
                      <a:srgbClr val="D9E1F2"/>
                    </a:solidFill>
                  </a:tcPr>
                </a:tc>
                <a:tc>
                  <a:txBody>
                    <a:bodyPr/>
                    <a:lstStyle/>
                    <a:p>
                      <a:pPr indent="0" lvl="0" marL="0" rtl="0" algn="l">
                        <a:spcBef>
                          <a:spcPts val="0"/>
                        </a:spcBef>
                        <a:spcAft>
                          <a:spcPts val="0"/>
                        </a:spcAft>
                        <a:buNone/>
                      </a:pPr>
                      <a:r>
                        <a:rPr b="1" lang="en"/>
                        <a:t> </a:t>
                      </a:r>
                      <a:endParaRPr b="1"/>
                    </a:p>
                  </a:txBody>
                  <a:tcPr marT="9525" marB="91425" marR="9525" marL="9525" anchor="b">
                    <a:solidFill>
                      <a:srgbClr val="D9E1F2"/>
                    </a:solidFill>
                  </a:tcPr>
                </a:tc>
                <a:tc>
                  <a:txBody>
                    <a:bodyPr/>
                    <a:lstStyle/>
                    <a:p>
                      <a:pPr indent="0" lvl="0" marL="0" rtl="0" algn="l">
                        <a:spcBef>
                          <a:spcPts val="0"/>
                        </a:spcBef>
                        <a:spcAft>
                          <a:spcPts val="0"/>
                        </a:spcAft>
                        <a:buNone/>
                      </a:pPr>
                      <a:r>
                        <a:rPr b="1" lang="en"/>
                        <a:t> </a:t>
                      </a:r>
                      <a:endParaRPr b="1"/>
                    </a:p>
                  </a:txBody>
                  <a:tcPr marT="9525" marB="91425" marR="9525" marL="9525" anchor="b">
                    <a:solidFill>
                      <a:srgbClr val="D9E1F2"/>
                    </a:solidFill>
                  </a:tcPr>
                </a:tc>
                <a:tc>
                  <a:txBody>
                    <a:bodyPr/>
                    <a:lstStyle/>
                    <a:p>
                      <a:pPr indent="0" lvl="0" marL="0" rtl="0" algn="l">
                        <a:spcBef>
                          <a:spcPts val="0"/>
                        </a:spcBef>
                        <a:spcAft>
                          <a:spcPts val="0"/>
                        </a:spcAft>
                        <a:buNone/>
                      </a:pPr>
                      <a:r>
                        <a:rPr b="1" lang="en"/>
                        <a:t> </a:t>
                      </a:r>
                      <a:endParaRPr b="1"/>
                    </a:p>
                  </a:txBody>
                  <a:tcPr marT="9525" marB="91425" marR="9525" marL="9525" anchor="b">
                    <a:solidFill>
                      <a:srgbClr val="D9E1F2"/>
                    </a:solidFill>
                  </a:tcPr>
                </a:tc>
                <a:tc>
                  <a:txBody>
                    <a:bodyPr/>
                    <a:lstStyle/>
                    <a:p>
                      <a:pPr indent="0" lvl="0" marL="0" rtl="0" algn="l">
                        <a:spcBef>
                          <a:spcPts val="0"/>
                        </a:spcBef>
                        <a:spcAft>
                          <a:spcPts val="0"/>
                        </a:spcAft>
                        <a:buNone/>
                      </a:pPr>
                      <a:r>
                        <a:rPr b="1" lang="en"/>
                        <a:t> </a:t>
                      </a:r>
                      <a:endParaRPr b="1"/>
                    </a:p>
                  </a:txBody>
                  <a:tcPr marT="9525" marB="91425" marR="9525" marL="9525" anchor="b">
                    <a:solidFill>
                      <a:srgbClr val="D9E1F2"/>
                    </a:solidFill>
                  </a:tcPr>
                </a:tc>
                <a:tc>
                  <a:txBody>
                    <a:bodyPr/>
                    <a:lstStyle/>
                    <a:p>
                      <a:pPr indent="0" lvl="0" marL="0" rtl="0" algn="l">
                        <a:spcBef>
                          <a:spcPts val="0"/>
                        </a:spcBef>
                        <a:spcAft>
                          <a:spcPts val="0"/>
                        </a:spcAft>
                        <a:buNone/>
                      </a:pPr>
                      <a:r>
                        <a:rPr b="1" lang="en"/>
                        <a:t> </a:t>
                      </a:r>
                      <a:endParaRPr b="1"/>
                    </a:p>
                  </a:txBody>
                  <a:tcPr marT="9525" marB="91425" marR="9525" marL="9525" anchor="b">
                    <a:solidFill>
                      <a:srgbClr val="D9E1F2"/>
                    </a:solidFill>
                  </a:tcPr>
                </a:tc>
                <a:tc>
                  <a:txBody>
                    <a:bodyPr/>
                    <a:lstStyle/>
                    <a:p>
                      <a:pPr indent="0" lvl="0" marL="0" rtl="0" algn="l">
                        <a:spcBef>
                          <a:spcPts val="0"/>
                        </a:spcBef>
                        <a:spcAft>
                          <a:spcPts val="0"/>
                        </a:spcAft>
                        <a:buNone/>
                      </a:pPr>
                      <a:r>
                        <a:rPr b="1" lang="en"/>
                        <a:t> </a:t>
                      </a:r>
                      <a:endParaRPr b="1"/>
                    </a:p>
                  </a:txBody>
                  <a:tcPr marT="9525" marB="91425" marR="9525" marL="9525" anchor="b">
                    <a:solidFill>
                      <a:srgbClr val="D9E1F2"/>
                    </a:solidFill>
                  </a:tcPr>
                </a:tc>
                <a:tc>
                  <a:txBody>
                    <a:bodyPr/>
                    <a:lstStyle/>
                    <a:p>
                      <a:pPr indent="0" lvl="0" marL="0" rtl="0" algn="l">
                        <a:spcBef>
                          <a:spcPts val="0"/>
                        </a:spcBef>
                        <a:spcAft>
                          <a:spcPts val="0"/>
                        </a:spcAft>
                        <a:buNone/>
                      </a:pPr>
                      <a:r>
                        <a:rPr b="1" lang="en"/>
                        <a:t> </a:t>
                      </a:r>
                      <a:endParaRPr b="1"/>
                    </a:p>
                  </a:txBody>
                  <a:tcPr marT="9525" marB="91425" marR="9525" marL="9525" anchor="b">
                    <a:solidFill>
                      <a:srgbClr val="D9E1F2"/>
                    </a:solidFill>
                  </a:tcPr>
                </a:tc>
                <a:tc>
                  <a:txBody>
                    <a:bodyPr/>
                    <a:lstStyle/>
                    <a:p>
                      <a:pPr indent="0" lvl="0" marL="0" rtl="0" algn="l">
                        <a:spcBef>
                          <a:spcPts val="0"/>
                        </a:spcBef>
                        <a:spcAft>
                          <a:spcPts val="0"/>
                        </a:spcAft>
                        <a:buNone/>
                      </a:pPr>
                      <a:r>
                        <a:rPr b="1" lang="en"/>
                        <a:t> </a:t>
                      </a:r>
                      <a:endParaRPr b="1"/>
                    </a:p>
                  </a:txBody>
                  <a:tcPr marT="9525" marB="91425" marR="9525" marL="9525" anchor="b">
                    <a:solidFill>
                      <a:srgbClr val="D9E1F2"/>
                    </a:solidFill>
                  </a:tcPr>
                </a:tc>
                <a:tc>
                  <a:txBody>
                    <a:bodyPr/>
                    <a:lstStyle/>
                    <a:p>
                      <a:pPr indent="0" lvl="0" marL="0" rtl="0" algn="l">
                        <a:spcBef>
                          <a:spcPts val="0"/>
                        </a:spcBef>
                        <a:spcAft>
                          <a:spcPts val="0"/>
                        </a:spcAft>
                        <a:buNone/>
                      </a:pPr>
                      <a:r>
                        <a:rPr b="1" lang="en"/>
                        <a:t> </a:t>
                      </a:r>
                      <a:endParaRPr b="1"/>
                    </a:p>
                  </a:txBody>
                  <a:tcPr marT="9525" marB="91425" marR="9525" marL="9525" anchor="b">
                    <a:solidFill>
                      <a:srgbClr val="D9E1F2"/>
                    </a:solidFill>
                  </a:tcPr>
                </a:tc>
                <a:tc>
                  <a:txBody>
                    <a:bodyPr/>
                    <a:lstStyle/>
                    <a:p>
                      <a:pPr indent="0" lvl="0" marL="0" rtl="0" algn="l">
                        <a:spcBef>
                          <a:spcPts val="0"/>
                        </a:spcBef>
                        <a:spcAft>
                          <a:spcPts val="0"/>
                        </a:spcAft>
                        <a:buNone/>
                      </a:pPr>
                      <a:r>
                        <a:rPr b="1" lang="en"/>
                        <a:t> </a:t>
                      </a:r>
                      <a:endParaRPr b="1"/>
                    </a:p>
                  </a:txBody>
                  <a:tcPr marT="9525" marB="91425" marR="9525" marL="9525" anchor="b">
                    <a:solidFill>
                      <a:srgbClr val="D9E1F2"/>
                    </a:solidFill>
                  </a:tcPr>
                </a:tc>
                <a:tc>
                  <a:txBody>
                    <a:bodyPr/>
                    <a:lstStyle/>
                    <a:p>
                      <a:pPr indent="0" lvl="0" marL="0" rtl="0" algn="l">
                        <a:spcBef>
                          <a:spcPts val="0"/>
                        </a:spcBef>
                        <a:spcAft>
                          <a:spcPts val="0"/>
                        </a:spcAft>
                        <a:buNone/>
                      </a:pPr>
                      <a:r>
                        <a:rPr b="1" lang="en"/>
                        <a:t> </a:t>
                      </a:r>
                      <a:endParaRPr b="1"/>
                    </a:p>
                  </a:txBody>
                  <a:tcPr marT="9525" marB="91425" marR="9525" marL="9525" anchor="b">
                    <a:solidFill>
                      <a:srgbClr val="D9E1F2"/>
                    </a:solidFill>
                  </a:tcPr>
                </a:tc>
                <a:tc>
                  <a:txBody>
                    <a:bodyPr/>
                    <a:lstStyle/>
                    <a:p>
                      <a:pPr indent="0" lvl="0" marL="0" rtl="0" algn="l">
                        <a:spcBef>
                          <a:spcPts val="0"/>
                        </a:spcBef>
                        <a:spcAft>
                          <a:spcPts val="0"/>
                        </a:spcAft>
                        <a:buNone/>
                      </a:pPr>
                      <a:r>
                        <a:rPr b="1" lang="en"/>
                        <a:t> </a:t>
                      </a:r>
                      <a:endParaRPr b="1"/>
                    </a:p>
                  </a:txBody>
                  <a:tcPr marT="9525" marB="91425" marR="9525" marL="9525" anchor="b">
                    <a:solidFill>
                      <a:srgbClr val="D9E1F2"/>
                    </a:solidFill>
                  </a:tcPr>
                </a:tc>
                <a:tc>
                  <a:txBody>
                    <a:bodyPr/>
                    <a:lstStyle/>
                    <a:p>
                      <a:pPr indent="0" lvl="0" marL="0" rtl="0" algn="l">
                        <a:spcBef>
                          <a:spcPts val="0"/>
                        </a:spcBef>
                        <a:spcAft>
                          <a:spcPts val="0"/>
                        </a:spcAft>
                        <a:buNone/>
                      </a:pPr>
                      <a:r>
                        <a:rPr b="1" lang="en"/>
                        <a:t> </a:t>
                      </a:r>
                      <a:endParaRPr b="1"/>
                    </a:p>
                  </a:txBody>
                  <a:tcPr marT="9525" marB="91425" marR="9525" marL="9525" anchor="b">
                    <a:solidFill>
                      <a:srgbClr val="D9E1F2"/>
                    </a:solidFill>
                  </a:tcPr>
                </a:tc>
              </a:tr>
              <a:tr h="494850">
                <a:tc>
                  <a:txBody>
                    <a:bodyPr/>
                    <a:lstStyle/>
                    <a:p>
                      <a:pPr indent="0" lvl="0" marL="0" rtl="0" algn="l">
                        <a:spcBef>
                          <a:spcPts val="0"/>
                        </a:spcBef>
                        <a:spcAft>
                          <a:spcPts val="0"/>
                        </a:spcAft>
                        <a:buNone/>
                      </a:pPr>
                      <a:r>
                        <a:rPr b="1" lang="en">
                          <a:latin typeface="Alata"/>
                          <a:ea typeface="Alata"/>
                          <a:cs typeface="Alata"/>
                          <a:sym typeface="Alata"/>
                        </a:rPr>
                        <a:t>Task #</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l">
                        <a:spcBef>
                          <a:spcPts val="0"/>
                        </a:spcBef>
                        <a:spcAft>
                          <a:spcPts val="0"/>
                        </a:spcAft>
                        <a:buNone/>
                      </a:pPr>
                      <a:r>
                        <a:rPr b="1" lang="en">
                          <a:latin typeface="Alata"/>
                          <a:ea typeface="Alata"/>
                          <a:cs typeface="Alata"/>
                          <a:sym typeface="Alata"/>
                        </a:rPr>
                        <a:t>Implementation Timeline</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r">
                        <a:lnSpc>
                          <a:spcPct val="115000"/>
                        </a:lnSpc>
                        <a:spcBef>
                          <a:spcPts val="0"/>
                        </a:spcBef>
                        <a:spcAft>
                          <a:spcPts val="0"/>
                        </a:spcAft>
                        <a:buNone/>
                      </a:pPr>
                      <a:r>
                        <a:rPr b="1" lang="en">
                          <a:latin typeface="Alata"/>
                          <a:ea typeface="Alata"/>
                          <a:cs typeface="Alata"/>
                          <a:sym typeface="Alata"/>
                        </a:rPr>
                        <a:t>1</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r">
                        <a:lnSpc>
                          <a:spcPct val="115000"/>
                        </a:lnSpc>
                        <a:spcBef>
                          <a:spcPts val="0"/>
                        </a:spcBef>
                        <a:spcAft>
                          <a:spcPts val="0"/>
                        </a:spcAft>
                        <a:buNone/>
                      </a:pPr>
                      <a:r>
                        <a:rPr b="1" lang="en">
                          <a:latin typeface="Alata"/>
                          <a:ea typeface="Alata"/>
                          <a:cs typeface="Alata"/>
                          <a:sym typeface="Alata"/>
                        </a:rPr>
                        <a:t>2</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r">
                        <a:lnSpc>
                          <a:spcPct val="115000"/>
                        </a:lnSpc>
                        <a:spcBef>
                          <a:spcPts val="0"/>
                        </a:spcBef>
                        <a:spcAft>
                          <a:spcPts val="0"/>
                        </a:spcAft>
                        <a:buNone/>
                      </a:pPr>
                      <a:r>
                        <a:rPr b="1" lang="en">
                          <a:latin typeface="Alata"/>
                          <a:ea typeface="Alata"/>
                          <a:cs typeface="Alata"/>
                          <a:sym typeface="Alata"/>
                        </a:rPr>
                        <a:t>3</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r">
                        <a:lnSpc>
                          <a:spcPct val="115000"/>
                        </a:lnSpc>
                        <a:spcBef>
                          <a:spcPts val="0"/>
                        </a:spcBef>
                        <a:spcAft>
                          <a:spcPts val="0"/>
                        </a:spcAft>
                        <a:buNone/>
                      </a:pPr>
                      <a:r>
                        <a:rPr b="1" lang="en">
                          <a:latin typeface="Alata"/>
                          <a:ea typeface="Alata"/>
                          <a:cs typeface="Alata"/>
                          <a:sym typeface="Alata"/>
                        </a:rPr>
                        <a:t>4</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r">
                        <a:lnSpc>
                          <a:spcPct val="115000"/>
                        </a:lnSpc>
                        <a:spcBef>
                          <a:spcPts val="0"/>
                        </a:spcBef>
                        <a:spcAft>
                          <a:spcPts val="0"/>
                        </a:spcAft>
                        <a:buNone/>
                      </a:pPr>
                      <a:r>
                        <a:rPr b="1" lang="en">
                          <a:latin typeface="Alata"/>
                          <a:ea typeface="Alata"/>
                          <a:cs typeface="Alata"/>
                          <a:sym typeface="Alata"/>
                        </a:rPr>
                        <a:t>5</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r">
                        <a:lnSpc>
                          <a:spcPct val="115000"/>
                        </a:lnSpc>
                        <a:spcBef>
                          <a:spcPts val="0"/>
                        </a:spcBef>
                        <a:spcAft>
                          <a:spcPts val="0"/>
                        </a:spcAft>
                        <a:buNone/>
                      </a:pPr>
                      <a:r>
                        <a:rPr b="1" lang="en">
                          <a:latin typeface="Alata"/>
                          <a:ea typeface="Alata"/>
                          <a:cs typeface="Alata"/>
                          <a:sym typeface="Alata"/>
                        </a:rPr>
                        <a:t>6</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r">
                        <a:lnSpc>
                          <a:spcPct val="115000"/>
                        </a:lnSpc>
                        <a:spcBef>
                          <a:spcPts val="0"/>
                        </a:spcBef>
                        <a:spcAft>
                          <a:spcPts val="0"/>
                        </a:spcAft>
                        <a:buNone/>
                      </a:pPr>
                      <a:r>
                        <a:rPr b="1" lang="en">
                          <a:latin typeface="Alata"/>
                          <a:ea typeface="Alata"/>
                          <a:cs typeface="Alata"/>
                          <a:sym typeface="Alata"/>
                        </a:rPr>
                        <a:t>7</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r">
                        <a:lnSpc>
                          <a:spcPct val="115000"/>
                        </a:lnSpc>
                        <a:spcBef>
                          <a:spcPts val="0"/>
                        </a:spcBef>
                        <a:spcAft>
                          <a:spcPts val="0"/>
                        </a:spcAft>
                        <a:buNone/>
                      </a:pPr>
                      <a:r>
                        <a:rPr b="1" lang="en">
                          <a:latin typeface="Alata"/>
                          <a:ea typeface="Alata"/>
                          <a:cs typeface="Alata"/>
                          <a:sym typeface="Alata"/>
                        </a:rPr>
                        <a:t>8</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r">
                        <a:lnSpc>
                          <a:spcPct val="115000"/>
                        </a:lnSpc>
                        <a:spcBef>
                          <a:spcPts val="0"/>
                        </a:spcBef>
                        <a:spcAft>
                          <a:spcPts val="0"/>
                        </a:spcAft>
                        <a:buNone/>
                      </a:pPr>
                      <a:r>
                        <a:rPr b="1" lang="en">
                          <a:latin typeface="Alata"/>
                          <a:ea typeface="Alata"/>
                          <a:cs typeface="Alata"/>
                          <a:sym typeface="Alata"/>
                        </a:rPr>
                        <a:t>9</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r">
                        <a:lnSpc>
                          <a:spcPct val="115000"/>
                        </a:lnSpc>
                        <a:spcBef>
                          <a:spcPts val="0"/>
                        </a:spcBef>
                        <a:spcAft>
                          <a:spcPts val="0"/>
                        </a:spcAft>
                        <a:buNone/>
                      </a:pPr>
                      <a:r>
                        <a:rPr b="1" lang="en">
                          <a:latin typeface="Alata"/>
                          <a:ea typeface="Alata"/>
                          <a:cs typeface="Alata"/>
                          <a:sym typeface="Alata"/>
                        </a:rPr>
                        <a:t>10</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r">
                        <a:lnSpc>
                          <a:spcPct val="115000"/>
                        </a:lnSpc>
                        <a:spcBef>
                          <a:spcPts val="0"/>
                        </a:spcBef>
                        <a:spcAft>
                          <a:spcPts val="0"/>
                        </a:spcAft>
                        <a:buNone/>
                      </a:pPr>
                      <a:r>
                        <a:rPr b="1" lang="en">
                          <a:latin typeface="Alata"/>
                          <a:ea typeface="Alata"/>
                          <a:cs typeface="Alata"/>
                          <a:sym typeface="Alata"/>
                        </a:rPr>
                        <a:t>11</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r">
                        <a:lnSpc>
                          <a:spcPct val="115000"/>
                        </a:lnSpc>
                        <a:spcBef>
                          <a:spcPts val="0"/>
                        </a:spcBef>
                        <a:spcAft>
                          <a:spcPts val="0"/>
                        </a:spcAft>
                        <a:buNone/>
                      </a:pPr>
                      <a:r>
                        <a:rPr b="1" lang="en">
                          <a:latin typeface="Alata"/>
                          <a:ea typeface="Alata"/>
                          <a:cs typeface="Alata"/>
                          <a:sym typeface="Alata"/>
                        </a:rPr>
                        <a:t>12</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r">
                        <a:lnSpc>
                          <a:spcPct val="115000"/>
                        </a:lnSpc>
                        <a:spcBef>
                          <a:spcPts val="0"/>
                        </a:spcBef>
                        <a:spcAft>
                          <a:spcPts val="0"/>
                        </a:spcAft>
                        <a:buNone/>
                      </a:pPr>
                      <a:r>
                        <a:rPr b="1" lang="en">
                          <a:latin typeface="Alata"/>
                          <a:ea typeface="Alata"/>
                          <a:cs typeface="Alata"/>
                          <a:sym typeface="Alata"/>
                        </a:rPr>
                        <a:t>13</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r">
                        <a:lnSpc>
                          <a:spcPct val="115000"/>
                        </a:lnSpc>
                        <a:spcBef>
                          <a:spcPts val="0"/>
                        </a:spcBef>
                        <a:spcAft>
                          <a:spcPts val="0"/>
                        </a:spcAft>
                        <a:buNone/>
                      </a:pPr>
                      <a:r>
                        <a:rPr b="1" lang="en">
                          <a:latin typeface="Alata"/>
                          <a:ea typeface="Alata"/>
                          <a:cs typeface="Alata"/>
                          <a:sym typeface="Alata"/>
                        </a:rPr>
                        <a:t>14</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r">
                        <a:lnSpc>
                          <a:spcPct val="115000"/>
                        </a:lnSpc>
                        <a:spcBef>
                          <a:spcPts val="0"/>
                        </a:spcBef>
                        <a:spcAft>
                          <a:spcPts val="0"/>
                        </a:spcAft>
                        <a:buNone/>
                      </a:pPr>
                      <a:r>
                        <a:rPr b="1" lang="en">
                          <a:latin typeface="Alata"/>
                          <a:ea typeface="Alata"/>
                          <a:cs typeface="Alata"/>
                          <a:sym typeface="Alata"/>
                        </a:rPr>
                        <a:t>15</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r">
                        <a:lnSpc>
                          <a:spcPct val="115000"/>
                        </a:lnSpc>
                        <a:spcBef>
                          <a:spcPts val="0"/>
                        </a:spcBef>
                        <a:spcAft>
                          <a:spcPts val="0"/>
                        </a:spcAft>
                        <a:buNone/>
                      </a:pPr>
                      <a:r>
                        <a:rPr b="1" lang="en">
                          <a:latin typeface="Alata"/>
                          <a:ea typeface="Alata"/>
                          <a:cs typeface="Alata"/>
                          <a:sym typeface="Alata"/>
                        </a:rPr>
                        <a:t>16</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r">
                        <a:lnSpc>
                          <a:spcPct val="115000"/>
                        </a:lnSpc>
                        <a:spcBef>
                          <a:spcPts val="0"/>
                        </a:spcBef>
                        <a:spcAft>
                          <a:spcPts val="0"/>
                        </a:spcAft>
                        <a:buNone/>
                      </a:pPr>
                      <a:r>
                        <a:rPr b="1" lang="en">
                          <a:latin typeface="Alata"/>
                          <a:ea typeface="Alata"/>
                          <a:cs typeface="Alata"/>
                          <a:sym typeface="Alata"/>
                        </a:rPr>
                        <a:t>17</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r">
                        <a:lnSpc>
                          <a:spcPct val="115000"/>
                        </a:lnSpc>
                        <a:spcBef>
                          <a:spcPts val="0"/>
                        </a:spcBef>
                        <a:spcAft>
                          <a:spcPts val="0"/>
                        </a:spcAft>
                        <a:buNone/>
                      </a:pPr>
                      <a:r>
                        <a:rPr b="1" lang="en">
                          <a:latin typeface="Alata"/>
                          <a:ea typeface="Alata"/>
                          <a:cs typeface="Alata"/>
                          <a:sym typeface="Alata"/>
                        </a:rPr>
                        <a:t>18</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r">
                        <a:lnSpc>
                          <a:spcPct val="115000"/>
                        </a:lnSpc>
                        <a:spcBef>
                          <a:spcPts val="0"/>
                        </a:spcBef>
                        <a:spcAft>
                          <a:spcPts val="0"/>
                        </a:spcAft>
                        <a:buNone/>
                      </a:pPr>
                      <a:r>
                        <a:rPr b="1" lang="en">
                          <a:latin typeface="Alata"/>
                          <a:ea typeface="Alata"/>
                          <a:cs typeface="Alata"/>
                          <a:sym typeface="Alata"/>
                        </a:rPr>
                        <a:t>19</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r">
                        <a:lnSpc>
                          <a:spcPct val="115000"/>
                        </a:lnSpc>
                        <a:spcBef>
                          <a:spcPts val="0"/>
                        </a:spcBef>
                        <a:spcAft>
                          <a:spcPts val="0"/>
                        </a:spcAft>
                        <a:buNone/>
                      </a:pPr>
                      <a:r>
                        <a:rPr b="1" lang="en">
                          <a:latin typeface="Alata"/>
                          <a:ea typeface="Alata"/>
                          <a:cs typeface="Alata"/>
                          <a:sym typeface="Alata"/>
                        </a:rPr>
                        <a:t>20</a:t>
                      </a:r>
                      <a:endParaRPr b="1">
                        <a:latin typeface="Alata"/>
                        <a:ea typeface="Alata"/>
                        <a:cs typeface="Alata"/>
                        <a:sym typeface="Alata"/>
                      </a:endParaRPr>
                    </a:p>
                  </a:txBody>
                  <a:tcPr marT="9525" marB="91425" marR="9525" marL="9525" anchor="b">
                    <a:solidFill>
                      <a:srgbClr val="D9E1F2"/>
                    </a:solidFill>
                  </a:tcPr>
                </a:tc>
              </a:tr>
              <a:tr h="331700">
                <a:tc>
                  <a:txBody>
                    <a:bodyPr/>
                    <a:lstStyle/>
                    <a:p>
                      <a:pPr indent="0" lvl="0" marL="0" rtl="0" algn="ctr">
                        <a:lnSpc>
                          <a:spcPct val="115000"/>
                        </a:lnSpc>
                        <a:spcBef>
                          <a:spcPts val="0"/>
                        </a:spcBef>
                        <a:spcAft>
                          <a:spcPts val="0"/>
                        </a:spcAft>
                        <a:buNone/>
                      </a:pPr>
                      <a:r>
                        <a:rPr b="1" lang="en">
                          <a:latin typeface="Alata"/>
                          <a:ea typeface="Alata"/>
                          <a:cs typeface="Alata"/>
                          <a:sym typeface="Alata"/>
                        </a:rPr>
                        <a:t>1</a:t>
                      </a:r>
                      <a:endParaRPr b="1">
                        <a:latin typeface="Alata"/>
                        <a:ea typeface="Alata"/>
                        <a:cs typeface="Alata"/>
                        <a:sym typeface="Alata"/>
                      </a:endParaRPr>
                    </a:p>
                  </a:txBody>
                  <a:tcPr marT="9525" marB="91425" marR="9525" marL="9525" anchor="b">
                    <a:solidFill>
                      <a:srgbClr val="D9D9D9"/>
                    </a:solidFill>
                  </a:tcPr>
                </a:tc>
                <a:tc>
                  <a:txBody>
                    <a:bodyPr/>
                    <a:lstStyle/>
                    <a:p>
                      <a:pPr indent="0" lvl="0" marL="0" rtl="0" algn="l">
                        <a:spcBef>
                          <a:spcPts val="0"/>
                        </a:spcBef>
                        <a:spcAft>
                          <a:spcPts val="0"/>
                        </a:spcAft>
                        <a:buNone/>
                      </a:pPr>
                      <a:r>
                        <a:rPr b="1" lang="en">
                          <a:latin typeface="Alata"/>
                          <a:ea typeface="Alata"/>
                          <a:cs typeface="Alata"/>
                          <a:sym typeface="Alata"/>
                        </a:rPr>
                        <a:t>Request Origination</a:t>
                      </a:r>
                      <a:endParaRPr b="1">
                        <a:latin typeface="Alata"/>
                        <a:ea typeface="Alata"/>
                        <a:cs typeface="Alata"/>
                        <a:sym typeface="Alata"/>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C00000"/>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r>
              <a:tr h="331700">
                <a:tc>
                  <a:txBody>
                    <a:bodyPr/>
                    <a:lstStyle/>
                    <a:p>
                      <a:pPr indent="0" lvl="0" marL="0" rtl="0" algn="ctr">
                        <a:lnSpc>
                          <a:spcPct val="115000"/>
                        </a:lnSpc>
                        <a:spcBef>
                          <a:spcPts val="0"/>
                        </a:spcBef>
                        <a:spcAft>
                          <a:spcPts val="0"/>
                        </a:spcAft>
                        <a:buNone/>
                      </a:pPr>
                      <a:r>
                        <a:rPr b="1" lang="en">
                          <a:latin typeface="Alata"/>
                          <a:ea typeface="Alata"/>
                          <a:cs typeface="Alata"/>
                          <a:sym typeface="Alata"/>
                        </a:rPr>
                        <a:t>2</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l">
                        <a:spcBef>
                          <a:spcPts val="0"/>
                        </a:spcBef>
                        <a:spcAft>
                          <a:spcPts val="0"/>
                        </a:spcAft>
                        <a:buNone/>
                      </a:pPr>
                      <a:r>
                        <a:rPr b="1" lang="en">
                          <a:latin typeface="Alata"/>
                          <a:ea typeface="Alata"/>
                          <a:cs typeface="Alata"/>
                          <a:sym typeface="Alata"/>
                        </a:rPr>
                        <a:t>Meeting</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C00000"/>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r>
              <a:tr h="331700">
                <a:tc>
                  <a:txBody>
                    <a:bodyPr/>
                    <a:lstStyle/>
                    <a:p>
                      <a:pPr indent="0" lvl="0" marL="0" rtl="0" algn="ctr">
                        <a:lnSpc>
                          <a:spcPct val="115000"/>
                        </a:lnSpc>
                        <a:spcBef>
                          <a:spcPts val="0"/>
                        </a:spcBef>
                        <a:spcAft>
                          <a:spcPts val="0"/>
                        </a:spcAft>
                        <a:buNone/>
                      </a:pPr>
                      <a:r>
                        <a:rPr b="1" lang="en">
                          <a:latin typeface="Alata"/>
                          <a:ea typeface="Alata"/>
                          <a:cs typeface="Alata"/>
                          <a:sym typeface="Alata"/>
                        </a:rPr>
                        <a:t>3</a:t>
                      </a:r>
                      <a:endParaRPr b="1">
                        <a:latin typeface="Alata"/>
                        <a:ea typeface="Alata"/>
                        <a:cs typeface="Alata"/>
                        <a:sym typeface="Alata"/>
                      </a:endParaRPr>
                    </a:p>
                  </a:txBody>
                  <a:tcPr marT="9525" marB="91425" marR="9525" marL="9525" anchor="b">
                    <a:solidFill>
                      <a:srgbClr val="D9D9D9"/>
                    </a:solidFill>
                  </a:tcPr>
                </a:tc>
                <a:tc>
                  <a:txBody>
                    <a:bodyPr/>
                    <a:lstStyle/>
                    <a:p>
                      <a:pPr indent="0" lvl="0" marL="0" rtl="0" algn="l">
                        <a:spcBef>
                          <a:spcPts val="0"/>
                        </a:spcBef>
                        <a:spcAft>
                          <a:spcPts val="0"/>
                        </a:spcAft>
                        <a:buNone/>
                      </a:pPr>
                      <a:r>
                        <a:rPr b="1" lang="en">
                          <a:latin typeface="Alata"/>
                          <a:ea typeface="Alata"/>
                          <a:cs typeface="Alata"/>
                          <a:sym typeface="Alata"/>
                        </a:rPr>
                        <a:t>Development</a:t>
                      </a:r>
                      <a:endParaRPr b="1">
                        <a:latin typeface="Alata"/>
                        <a:ea typeface="Alata"/>
                        <a:cs typeface="Alata"/>
                        <a:sym typeface="Alata"/>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C00000"/>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r>
              <a:tr h="331700">
                <a:tc>
                  <a:txBody>
                    <a:bodyPr/>
                    <a:lstStyle/>
                    <a:p>
                      <a:pPr indent="0" lvl="0" marL="0" rtl="0" algn="ctr">
                        <a:lnSpc>
                          <a:spcPct val="115000"/>
                        </a:lnSpc>
                        <a:spcBef>
                          <a:spcPts val="0"/>
                        </a:spcBef>
                        <a:spcAft>
                          <a:spcPts val="0"/>
                        </a:spcAft>
                        <a:buNone/>
                      </a:pPr>
                      <a:r>
                        <a:rPr b="1" lang="en">
                          <a:latin typeface="Alata"/>
                          <a:ea typeface="Alata"/>
                          <a:cs typeface="Alata"/>
                          <a:sym typeface="Alata"/>
                        </a:rPr>
                        <a:t>4</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l">
                        <a:spcBef>
                          <a:spcPts val="0"/>
                        </a:spcBef>
                        <a:spcAft>
                          <a:spcPts val="0"/>
                        </a:spcAft>
                        <a:buNone/>
                      </a:pPr>
                      <a:r>
                        <a:rPr b="1" lang="en">
                          <a:latin typeface="Alata"/>
                          <a:ea typeface="Alata"/>
                          <a:cs typeface="Alata"/>
                          <a:sym typeface="Alata"/>
                        </a:rPr>
                        <a:t>Testing</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C00000"/>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C00000"/>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C00000"/>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C00000"/>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r>
              <a:tr h="331700">
                <a:tc>
                  <a:txBody>
                    <a:bodyPr/>
                    <a:lstStyle/>
                    <a:p>
                      <a:pPr indent="0" lvl="0" marL="0" rtl="0" algn="ctr">
                        <a:lnSpc>
                          <a:spcPct val="115000"/>
                        </a:lnSpc>
                        <a:spcBef>
                          <a:spcPts val="0"/>
                        </a:spcBef>
                        <a:spcAft>
                          <a:spcPts val="0"/>
                        </a:spcAft>
                        <a:buNone/>
                      </a:pPr>
                      <a:r>
                        <a:rPr b="1" lang="en">
                          <a:latin typeface="Alata"/>
                          <a:ea typeface="Alata"/>
                          <a:cs typeface="Alata"/>
                          <a:sym typeface="Alata"/>
                        </a:rPr>
                        <a:t>5</a:t>
                      </a:r>
                      <a:endParaRPr b="1">
                        <a:latin typeface="Alata"/>
                        <a:ea typeface="Alata"/>
                        <a:cs typeface="Alata"/>
                        <a:sym typeface="Alata"/>
                      </a:endParaRPr>
                    </a:p>
                  </a:txBody>
                  <a:tcPr marT="9525" marB="91425" marR="9525" marL="9525" anchor="b">
                    <a:solidFill>
                      <a:srgbClr val="D9D9D9"/>
                    </a:solidFill>
                  </a:tcPr>
                </a:tc>
                <a:tc>
                  <a:txBody>
                    <a:bodyPr/>
                    <a:lstStyle/>
                    <a:p>
                      <a:pPr indent="0" lvl="0" marL="0" rtl="0" algn="l">
                        <a:spcBef>
                          <a:spcPts val="0"/>
                        </a:spcBef>
                        <a:spcAft>
                          <a:spcPts val="0"/>
                        </a:spcAft>
                        <a:buNone/>
                      </a:pPr>
                      <a:r>
                        <a:rPr b="1" lang="en">
                          <a:latin typeface="Alata"/>
                          <a:ea typeface="Alata"/>
                          <a:cs typeface="Alata"/>
                          <a:sym typeface="Alata"/>
                        </a:rPr>
                        <a:t>Confirmation</a:t>
                      </a:r>
                      <a:endParaRPr b="1">
                        <a:latin typeface="Alata"/>
                        <a:ea typeface="Alata"/>
                        <a:cs typeface="Alata"/>
                        <a:sym typeface="Alata"/>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C00000"/>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r>
              <a:tr h="494850">
                <a:tc>
                  <a:txBody>
                    <a:bodyPr/>
                    <a:lstStyle/>
                    <a:p>
                      <a:pPr indent="0" lvl="0" marL="0" rtl="0" algn="ctr">
                        <a:lnSpc>
                          <a:spcPct val="115000"/>
                        </a:lnSpc>
                        <a:spcBef>
                          <a:spcPts val="0"/>
                        </a:spcBef>
                        <a:spcAft>
                          <a:spcPts val="0"/>
                        </a:spcAft>
                        <a:buNone/>
                      </a:pPr>
                      <a:r>
                        <a:rPr b="1" lang="en">
                          <a:latin typeface="Alata"/>
                          <a:ea typeface="Alata"/>
                          <a:cs typeface="Alata"/>
                          <a:sym typeface="Alata"/>
                        </a:rPr>
                        <a:t>6</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l">
                        <a:spcBef>
                          <a:spcPts val="0"/>
                        </a:spcBef>
                        <a:spcAft>
                          <a:spcPts val="0"/>
                        </a:spcAft>
                        <a:buNone/>
                      </a:pPr>
                      <a:r>
                        <a:rPr b="1" lang="en">
                          <a:latin typeface="Alata"/>
                          <a:ea typeface="Alata"/>
                          <a:cs typeface="Alata"/>
                          <a:sym typeface="Alata"/>
                        </a:rPr>
                        <a:t>Change Advisory Board (CAB)</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C00000"/>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r>
              <a:tr h="331700">
                <a:tc>
                  <a:txBody>
                    <a:bodyPr/>
                    <a:lstStyle/>
                    <a:p>
                      <a:pPr indent="0" lvl="0" marL="0" rtl="0" algn="ctr">
                        <a:lnSpc>
                          <a:spcPct val="115000"/>
                        </a:lnSpc>
                        <a:spcBef>
                          <a:spcPts val="0"/>
                        </a:spcBef>
                        <a:spcAft>
                          <a:spcPts val="0"/>
                        </a:spcAft>
                        <a:buNone/>
                      </a:pPr>
                      <a:r>
                        <a:rPr b="1" lang="en">
                          <a:latin typeface="Alata"/>
                          <a:ea typeface="Alata"/>
                          <a:cs typeface="Alata"/>
                          <a:sym typeface="Alata"/>
                        </a:rPr>
                        <a:t>7</a:t>
                      </a:r>
                      <a:endParaRPr b="1">
                        <a:latin typeface="Alata"/>
                        <a:ea typeface="Alata"/>
                        <a:cs typeface="Alata"/>
                        <a:sym typeface="Alata"/>
                      </a:endParaRPr>
                    </a:p>
                  </a:txBody>
                  <a:tcPr marT="9525" marB="91425" marR="9525" marL="9525" anchor="b">
                    <a:solidFill>
                      <a:srgbClr val="D9D9D9"/>
                    </a:solidFill>
                  </a:tcPr>
                </a:tc>
                <a:tc>
                  <a:txBody>
                    <a:bodyPr/>
                    <a:lstStyle/>
                    <a:p>
                      <a:pPr indent="0" lvl="0" marL="0" rtl="0" algn="l">
                        <a:spcBef>
                          <a:spcPts val="0"/>
                        </a:spcBef>
                        <a:spcAft>
                          <a:spcPts val="0"/>
                        </a:spcAft>
                        <a:buNone/>
                      </a:pPr>
                      <a:r>
                        <a:rPr b="1" lang="en">
                          <a:latin typeface="Alata"/>
                          <a:ea typeface="Alata"/>
                          <a:cs typeface="Alata"/>
                          <a:sym typeface="Alata"/>
                        </a:rPr>
                        <a:t>Registrar inputs data</a:t>
                      </a:r>
                      <a:endParaRPr b="1">
                        <a:latin typeface="Alata"/>
                        <a:ea typeface="Alata"/>
                        <a:cs typeface="Alata"/>
                        <a:sym typeface="Alata"/>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C00000"/>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C00000"/>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C00000"/>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C00000"/>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r>
              <a:tr h="331700">
                <a:tc>
                  <a:txBody>
                    <a:bodyPr/>
                    <a:lstStyle/>
                    <a:p>
                      <a:pPr indent="0" lvl="0" marL="0" rtl="0" algn="ctr">
                        <a:lnSpc>
                          <a:spcPct val="115000"/>
                        </a:lnSpc>
                        <a:spcBef>
                          <a:spcPts val="0"/>
                        </a:spcBef>
                        <a:spcAft>
                          <a:spcPts val="0"/>
                        </a:spcAft>
                        <a:buNone/>
                      </a:pPr>
                      <a:r>
                        <a:rPr b="1" lang="en">
                          <a:latin typeface="Alata"/>
                          <a:ea typeface="Alata"/>
                          <a:cs typeface="Alata"/>
                          <a:sym typeface="Alata"/>
                        </a:rPr>
                        <a:t>8</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l">
                        <a:spcBef>
                          <a:spcPts val="0"/>
                        </a:spcBef>
                        <a:spcAft>
                          <a:spcPts val="0"/>
                        </a:spcAft>
                        <a:buNone/>
                      </a:pPr>
                      <a:r>
                        <a:rPr b="1" lang="en">
                          <a:latin typeface="Alata"/>
                          <a:ea typeface="Alata"/>
                          <a:cs typeface="Alata"/>
                          <a:sym typeface="Alata"/>
                        </a:rPr>
                        <a:t>Testing</a:t>
                      </a:r>
                      <a:endParaRPr b="1">
                        <a:latin typeface="Alata"/>
                        <a:ea typeface="Alata"/>
                        <a:cs typeface="Alata"/>
                        <a:sym typeface="Alata"/>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C00000"/>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C00000"/>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C00000"/>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C00000"/>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C00000"/>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C00000"/>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E1F2"/>
                    </a:solidFill>
                  </a:tcPr>
                </a:tc>
              </a:tr>
              <a:tr h="331700">
                <a:tc>
                  <a:txBody>
                    <a:bodyPr/>
                    <a:lstStyle/>
                    <a:p>
                      <a:pPr indent="0" lvl="0" marL="0" rtl="0" algn="ctr">
                        <a:lnSpc>
                          <a:spcPct val="115000"/>
                        </a:lnSpc>
                        <a:spcBef>
                          <a:spcPts val="0"/>
                        </a:spcBef>
                        <a:spcAft>
                          <a:spcPts val="0"/>
                        </a:spcAft>
                        <a:buNone/>
                      </a:pPr>
                      <a:r>
                        <a:rPr b="1" lang="en">
                          <a:latin typeface="Alata"/>
                          <a:ea typeface="Alata"/>
                          <a:cs typeface="Alata"/>
                          <a:sym typeface="Alata"/>
                        </a:rPr>
                        <a:t>9</a:t>
                      </a:r>
                      <a:endParaRPr b="1">
                        <a:latin typeface="Alata"/>
                        <a:ea typeface="Alata"/>
                        <a:cs typeface="Alata"/>
                        <a:sym typeface="Alata"/>
                      </a:endParaRPr>
                    </a:p>
                  </a:txBody>
                  <a:tcPr marT="9525" marB="91425" marR="9525" marL="9525" anchor="b">
                    <a:solidFill>
                      <a:srgbClr val="D9D9D9"/>
                    </a:solidFill>
                  </a:tcPr>
                </a:tc>
                <a:tc>
                  <a:txBody>
                    <a:bodyPr/>
                    <a:lstStyle/>
                    <a:p>
                      <a:pPr indent="0" lvl="0" marL="0" rtl="0" algn="l">
                        <a:spcBef>
                          <a:spcPts val="0"/>
                        </a:spcBef>
                        <a:spcAft>
                          <a:spcPts val="0"/>
                        </a:spcAft>
                        <a:buNone/>
                      </a:pPr>
                      <a:r>
                        <a:rPr b="1" lang="en">
                          <a:latin typeface="Alata"/>
                          <a:ea typeface="Alata"/>
                          <a:cs typeface="Alata"/>
                          <a:sym typeface="Alata"/>
                        </a:rPr>
                        <a:t>Implementation</a:t>
                      </a:r>
                      <a:endParaRPr b="1">
                        <a:latin typeface="Alata"/>
                        <a:ea typeface="Alata"/>
                        <a:cs typeface="Alata"/>
                        <a:sym typeface="Alata"/>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C00000"/>
                    </a:solidFill>
                  </a:tcPr>
                </a:tc>
                <a:tc>
                  <a:txBody>
                    <a:bodyPr/>
                    <a:lstStyle/>
                    <a:p>
                      <a:pPr indent="0" lvl="0" marL="0" rtl="0" algn="l">
                        <a:spcBef>
                          <a:spcPts val="0"/>
                        </a:spcBef>
                        <a:spcAft>
                          <a:spcPts val="0"/>
                        </a:spcAft>
                        <a:buNone/>
                      </a:pPr>
                      <a:r>
                        <a:rPr lang="en"/>
                        <a:t> </a:t>
                      </a:r>
                      <a:endParaRPr/>
                    </a:p>
                  </a:txBody>
                  <a:tcPr marT="9525" marB="91425" marR="9525" marL="9525" anchor="b">
                    <a:solidFill>
                      <a:srgbClr val="D9D9D9"/>
                    </a:solidFill>
                  </a:tcPr>
                </a:tc>
              </a:tr>
            </a:tbl>
          </a:graphicData>
        </a:graphic>
      </p:graphicFrame>
      <p:sp>
        <p:nvSpPr>
          <p:cNvPr id="435" name="Google Shape;435;p40"/>
          <p:cNvSpPr txBox="1"/>
          <p:nvPr/>
        </p:nvSpPr>
        <p:spPr>
          <a:xfrm>
            <a:off x="1361850" y="299850"/>
            <a:ext cx="6420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800" u="sng">
                <a:latin typeface="Alata"/>
                <a:ea typeface="Alata"/>
                <a:cs typeface="Alata"/>
                <a:sym typeface="Alata"/>
              </a:rPr>
              <a:t>Task </a:t>
            </a:r>
            <a:r>
              <a:rPr b="1" lang="en" sz="2800" u="sng">
                <a:solidFill>
                  <a:schemeClr val="dk1"/>
                </a:solidFill>
                <a:latin typeface="Alata"/>
                <a:ea typeface="Alata"/>
                <a:cs typeface="Alata"/>
                <a:sym typeface="Alata"/>
              </a:rPr>
              <a:t>Timeline</a:t>
            </a:r>
            <a:endParaRPr b="1" sz="2800" u="sng">
              <a:solidFill>
                <a:schemeClr val="dk1"/>
              </a:solidFill>
              <a:latin typeface="Alata"/>
              <a:ea typeface="Alata"/>
              <a:cs typeface="Alata"/>
              <a:sym typeface="Alat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1"/>
          <p:cNvSpPr txBox="1"/>
          <p:nvPr>
            <p:ph idx="9" type="subTitle"/>
          </p:nvPr>
        </p:nvSpPr>
        <p:spPr>
          <a:xfrm>
            <a:off x="359875" y="2684325"/>
            <a:ext cx="4548300" cy="729600"/>
          </a:xfrm>
          <a:prstGeom prst="rect">
            <a:avLst/>
          </a:prstGeom>
        </p:spPr>
        <p:txBody>
          <a:bodyPr anchorCtr="0" anchor="ctr" bIns="91425" lIns="91425" spcFirstLastPara="1" rIns="91425" wrap="square" tIns="91425">
            <a:noAutofit/>
          </a:bodyPr>
          <a:lstStyle/>
          <a:p>
            <a:pPr indent="-330200" lvl="0" marL="457200" rtl="0" algn="l">
              <a:spcBef>
                <a:spcPts val="0"/>
              </a:spcBef>
              <a:spcAft>
                <a:spcPts val="0"/>
              </a:spcAft>
              <a:buSzPts val="1600"/>
              <a:buChar char="-"/>
            </a:pPr>
            <a:r>
              <a:rPr lang="en" sz="1600"/>
              <a:t>Advisors need to manually track the hours spent helping students with prerequisite registration issues</a:t>
            </a:r>
            <a:r>
              <a:rPr lang="en" sz="1600"/>
              <a:t> </a:t>
            </a:r>
            <a:endParaRPr sz="1600"/>
          </a:p>
        </p:txBody>
      </p:sp>
      <p:sp>
        <p:nvSpPr>
          <p:cNvPr id="441" name="Google Shape;441;p41"/>
          <p:cNvSpPr txBox="1"/>
          <p:nvPr>
            <p:ph idx="8" type="title"/>
          </p:nvPr>
        </p:nvSpPr>
        <p:spPr>
          <a:xfrm>
            <a:off x="826375" y="2156625"/>
            <a:ext cx="4037100" cy="527700"/>
          </a:xfrm>
          <a:prstGeom prst="rect">
            <a:avLst/>
          </a:prstGeom>
        </p:spPr>
        <p:txBody>
          <a:bodyPr anchorCtr="0" anchor="ctr" bIns="91425" lIns="91425" spcFirstLastPara="1" rIns="91425" wrap="square" tIns="91425">
            <a:noAutofit/>
          </a:bodyPr>
          <a:lstStyle/>
          <a:p>
            <a:pPr indent="-381000" lvl="0" marL="457200" rtl="0" algn="l">
              <a:spcBef>
                <a:spcPts val="0"/>
              </a:spcBef>
              <a:spcAft>
                <a:spcPts val="0"/>
              </a:spcAft>
              <a:buSzPts val="2400"/>
              <a:buChar char="●"/>
            </a:pPr>
            <a:r>
              <a:rPr lang="en" sz="1900"/>
              <a:t>Reduction In Advising Hours</a:t>
            </a:r>
            <a:endParaRPr sz="1900"/>
          </a:p>
        </p:txBody>
      </p:sp>
      <p:sp>
        <p:nvSpPr>
          <p:cNvPr id="442" name="Google Shape;442;p41"/>
          <p:cNvSpPr txBox="1"/>
          <p:nvPr>
            <p:ph idx="15" type="title"/>
          </p:nvPr>
        </p:nvSpPr>
        <p:spPr>
          <a:xfrm>
            <a:off x="720000" y="437925"/>
            <a:ext cx="77040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u="sng"/>
              <a:t>CONTROLS</a:t>
            </a:r>
            <a:endParaRPr u="sng"/>
          </a:p>
        </p:txBody>
      </p:sp>
      <p:sp>
        <p:nvSpPr>
          <p:cNvPr id="443" name="Google Shape;443;p41"/>
          <p:cNvSpPr txBox="1"/>
          <p:nvPr>
            <p:ph type="title"/>
          </p:nvPr>
        </p:nvSpPr>
        <p:spPr>
          <a:xfrm>
            <a:off x="826375" y="1017600"/>
            <a:ext cx="4273500" cy="527700"/>
          </a:xfrm>
          <a:prstGeom prst="rect">
            <a:avLst/>
          </a:prstGeom>
        </p:spPr>
        <p:txBody>
          <a:bodyPr anchorCtr="0" anchor="ctr" bIns="91425" lIns="91425" spcFirstLastPara="1" rIns="91425" wrap="square" tIns="91425">
            <a:noAutofit/>
          </a:bodyPr>
          <a:lstStyle/>
          <a:p>
            <a:pPr indent="-381000" lvl="0" marL="457200" rtl="0" algn="l">
              <a:spcBef>
                <a:spcPts val="0"/>
              </a:spcBef>
              <a:spcAft>
                <a:spcPts val="0"/>
              </a:spcAft>
              <a:buSzPts val="2400"/>
              <a:buChar char="●"/>
            </a:pPr>
            <a:r>
              <a:rPr lang="en" sz="1900"/>
              <a:t>Measuring Permission Numbers</a:t>
            </a:r>
            <a:endParaRPr sz="1900"/>
          </a:p>
        </p:txBody>
      </p:sp>
      <p:sp>
        <p:nvSpPr>
          <p:cNvPr id="444" name="Google Shape;444;p41"/>
          <p:cNvSpPr txBox="1"/>
          <p:nvPr>
            <p:ph idx="1" type="subTitle"/>
          </p:nvPr>
        </p:nvSpPr>
        <p:spPr>
          <a:xfrm>
            <a:off x="359875" y="1296225"/>
            <a:ext cx="4668000" cy="1008000"/>
          </a:xfrm>
          <a:prstGeom prst="rect">
            <a:avLst/>
          </a:prstGeom>
        </p:spPr>
        <p:txBody>
          <a:bodyPr anchorCtr="0" anchor="ctr" bIns="91425" lIns="91425" spcFirstLastPara="1" rIns="91425" wrap="square" tIns="91425">
            <a:noAutofit/>
          </a:bodyPr>
          <a:lstStyle/>
          <a:p>
            <a:pPr indent="-330200" lvl="0" marL="457200" rtl="0" algn="l">
              <a:spcBef>
                <a:spcPts val="0"/>
              </a:spcBef>
              <a:spcAft>
                <a:spcPts val="0"/>
              </a:spcAft>
              <a:buSzPts val="1600"/>
              <a:buChar char="-"/>
            </a:pPr>
            <a:r>
              <a:rPr lang="en" sz="1600"/>
              <a:t>Look at semester reports to see manually generated permission numbers</a:t>
            </a:r>
            <a:endParaRPr sz="1600"/>
          </a:p>
        </p:txBody>
      </p:sp>
      <p:sp>
        <p:nvSpPr>
          <p:cNvPr id="445" name="Google Shape;445;p41"/>
          <p:cNvSpPr txBox="1"/>
          <p:nvPr>
            <p:ph idx="4" type="title"/>
          </p:nvPr>
        </p:nvSpPr>
        <p:spPr>
          <a:xfrm>
            <a:off x="826375" y="3532425"/>
            <a:ext cx="4201500" cy="527700"/>
          </a:xfrm>
          <a:prstGeom prst="rect">
            <a:avLst/>
          </a:prstGeom>
        </p:spPr>
        <p:txBody>
          <a:bodyPr anchorCtr="0" anchor="ctr" bIns="91425" lIns="91425" spcFirstLastPara="1" rIns="91425" wrap="square" tIns="91425">
            <a:noAutofit/>
          </a:bodyPr>
          <a:lstStyle/>
          <a:p>
            <a:pPr indent="-381000" lvl="0" marL="457200" rtl="0" algn="l">
              <a:spcBef>
                <a:spcPts val="0"/>
              </a:spcBef>
              <a:spcAft>
                <a:spcPts val="0"/>
              </a:spcAft>
              <a:buSzPts val="2400"/>
              <a:buChar char="●"/>
            </a:pPr>
            <a:r>
              <a:rPr lang="en" sz="1900"/>
              <a:t>Number of Students Pulled From their Classes</a:t>
            </a:r>
            <a:endParaRPr sz="1900"/>
          </a:p>
        </p:txBody>
      </p:sp>
      <p:sp>
        <p:nvSpPr>
          <p:cNvPr id="446" name="Google Shape;446;p41"/>
          <p:cNvSpPr txBox="1"/>
          <p:nvPr>
            <p:ph idx="5" type="subTitle"/>
          </p:nvPr>
        </p:nvSpPr>
        <p:spPr>
          <a:xfrm>
            <a:off x="359875" y="4122125"/>
            <a:ext cx="4548300" cy="786000"/>
          </a:xfrm>
          <a:prstGeom prst="rect">
            <a:avLst/>
          </a:prstGeom>
        </p:spPr>
        <p:txBody>
          <a:bodyPr anchorCtr="0" anchor="ctr" bIns="91425" lIns="91425" spcFirstLastPara="1" rIns="91425" wrap="square" tIns="91425">
            <a:noAutofit/>
          </a:bodyPr>
          <a:lstStyle/>
          <a:p>
            <a:pPr indent="-330200" lvl="0" marL="457200" rtl="0" algn="l">
              <a:spcBef>
                <a:spcPts val="0"/>
              </a:spcBef>
              <a:spcAft>
                <a:spcPts val="0"/>
              </a:spcAft>
              <a:buSzPts val="1600"/>
              <a:buChar char="-"/>
            </a:pPr>
            <a:r>
              <a:rPr lang="en" sz="1600"/>
              <a:t>Look at reports from the registrar to measure the number of administrative drops</a:t>
            </a:r>
            <a:endParaRPr sz="1600"/>
          </a:p>
        </p:txBody>
      </p:sp>
      <p:sp>
        <p:nvSpPr>
          <p:cNvPr id="447" name="Google Shape;447;p41"/>
          <p:cNvSpPr txBox="1"/>
          <p:nvPr>
            <p:ph idx="4" type="title"/>
          </p:nvPr>
        </p:nvSpPr>
        <p:spPr>
          <a:xfrm>
            <a:off x="1581775" y="658000"/>
            <a:ext cx="21045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KPIs</a:t>
            </a:r>
            <a:endParaRPr>
              <a:solidFill>
                <a:schemeClr val="lt1"/>
              </a:solidFill>
            </a:endParaRPr>
          </a:p>
        </p:txBody>
      </p:sp>
      <p:sp>
        <p:nvSpPr>
          <p:cNvPr id="448" name="Google Shape;448;p41"/>
          <p:cNvSpPr txBox="1"/>
          <p:nvPr>
            <p:ph idx="4" type="title"/>
          </p:nvPr>
        </p:nvSpPr>
        <p:spPr>
          <a:xfrm>
            <a:off x="6681225" y="658000"/>
            <a:ext cx="21045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CSFs</a:t>
            </a:r>
            <a:endParaRPr>
              <a:solidFill>
                <a:schemeClr val="lt1"/>
              </a:solidFill>
            </a:endParaRPr>
          </a:p>
        </p:txBody>
      </p:sp>
      <p:sp>
        <p:nvSpPr>
          <p:cNvPr id="449" name="Google Shape;449;p41"/>
          <p:cNvSpPr txBox="1"/>
          <p:nvPr>
            <p:ph idx="2" type="title"/>
          </p:nvPr>
        </p:nvSpPr>
        <p:spPr>
          <a:xfrm>
            <a:off x="5449126" y="1017600"/>
            <a:ext cx="2800500" cy="527700"/>
          </a:xfrm>
          <a:prstGeom prst="rect">
            <a:avLst/>
          </a:prstGeom>
        </p:spPr>
        <p:txBody>
          <a:bodyPr anchorCtr="0" anchor="ctr" bIns="91425" lIns="91425" spcFirstLastPara="1" rIns="91425" wrap="square" tIns="91425">
            <a:noAutofit/>
          </a:bodyPr>
          <a:lstStyle/>
          <a:p>
            <a:pPr indent="-381000" lvl="0" marL="457200" rtl="0" algn="l">
              <a:spcBef>
                <a:spcPts val="0"/>
              </a:spcBef>
              <a:spcAft>
                <a:spcPts val="0"/>
              </a:spcAft>
              <a:buSzPts val="2400"/>
              <a:buChar char="●"/>
            </a:pPr>
            <a:r>
              <a:rPr lang="en" sz="1900"/>
              <a:t>Filtering System</a:t>
            </a:r>
            <a:endParaRPr sz="1900"/>
          </a:p>
        </p:txBody>
      </p:sp>
      <p:sp>
        <p:nvSpPr>
          <p:cNvPr id="450" name="Google Shape;450;p41"/>
          <p:cNvSpPr txBox="1"/>
          <p:nvPr>
            <p:ph idx="13" type="title"/>
          </p:nvPr>
        </p:nvSpPr>
        <p:spPr>
          <a:xfrm>
            <a:off x="5449124" y="2255275"/>
            <a:ext cx="2800500" cy="527700"/>
          </a:xfrm>
          <a:prstGeom prst="rect">
            <a:avLst/>
          </a:prstGeom>
        </p:spPr>
        <p:txBody>
          <a:bodyPr anchorCtr="0" anchor="ctr" bIns="91425" lIns="91425" spcFirstLastPara="1" rIns="91425" wrap="square" tIns="91425">
            <a:noAutofit/>
          </a:bodyPr>
          <a:lstStyle/>
          <a:p>
            <a:pPr indent="-381000" lvl="0" marL="457200" rtl="0" algn="l">
              <a:spcBef>
                <a:spcPts val="0"/>
              </a:spcBef>
              <a:spcAft>
                <a:spcPts val="0"/>
              </a:spcAft>
              <a:buSzPts val="2400"/>
              <a:buChar char="●"/>
            </a:pPr>
            <a:r>
              <a:rPr lang="en" sz="1900"/>
              <a:t>Prerequisites</a:t>
            </a:r>
            <a:endParaRPr sz="1900"/>
          </a:p>
        </p:txBody>
      </p:sp>
      <p:sp>
        <p:nvSpPr>
          <p:cNvPr id="451" name="Google Shape;451;p41"/>
          <p:cNvSpPr txBox="1"/>
          <p:nvPr>
            <p:ph idx="6" type="title"/>
          </p:nvPr>
        </p:nvSpPr>
        <p:spPr>
          <a:xfrm>
            <a:off x="5449125" y="3532425"/>
            <a:ext cx="3277500" cy="527700"/>
          </a:xfrm>
          <a:prstGeom prst="rect">
            <a:avLst/>
          </a:prstGeom>
        </p:spPr>
        <p:txBody>
          <a:bodyPr anchorCtr="0" anchor="ctr" bIns="91425" lIns="91425" spcFirstLastPara="1" rIns="91425" wrap="square" tIns="91425">
            <a:noAutofit/>
          </a:bodyPr>
          <a:lstStyle/>
          <a:p>
            <a:pPr indent="-381000" lvl="0" marL="457200" rtl="0" algn="l">
              <a:spcBef>
                <a:spcPts val="0"/>
              </a:spcBef>
              <a:spcAft>
                <a:spcPts val="0"/>
              </a:spcAft>
              <a:buSzPts val="2400"/>
              <a:buChar char="●"/>
            </a:pPr>
            <a:r>
              <a:rPr lang="en" sz="1900"/>
              <a:t>Policy and Procedures</a:t>
            </a:r>
            <a:endParaRPr sz="1900"/>
          </a:p>
        </p:txBody>
      </p:sp>
      <p:sp>
        <p:nvSpPr>
          <p:cNvPr id="452" name="Google Shape;452;p41"/>
          <p:cNvSpPr txBox="1"/>
          <p:nvPr>
            <p:ph idx="1" type="subTitle"/>
          </p:nvPr>
        </p:nvSpPr>
        <p:spPr>
          <a:xfrm>
            <a:off x="5027875" y="1417013"/>
            <a:ext cx="4116000" cy="867900"/>
          </a:xfrm>
          <a:prstGeom prst="rect">
            <a:avLst/>
          </a:prstGeom>
        </p:spPr>
        <p:txBody>
          <a:bodyPr anchorCtr="0" anchor="ctr" bIns="91425" lIns="91425" spcFirstLastPara="1" rIns="91425" wrap="square" tIns="91425">
            <a:noAutofit/>
          </a:bodyPr>
          <a:lstStyle/>
          <a:p>
            <a:pPr indent="-330200" lvl="0" marL="457200" rtl="0" algn="l">
              <a:spcBef>
                <a:spcPts val="0"/>
              </a:spcBef>
              <a:spcAft>
                <a:spcPts val="0"/>
              </a:spcAft>
              <a:buSzPts val="1600"/>
              <a:buChar char="-"/>
            </a:pPr>
            <a:r>
              <a:rPr lang="en" sz="1600"/>
              <a:t>To implement the filtering system we want, the registrar needs to make the administrative changes</a:t>
            </a:r>
            <a:endParaRPr sz="1600"/>
          </a:p>
        </p:txBody>
      </p:sp>
      <p:sp>
        <p:nvSpPr>
          <p:cNvPr id="453" name="Google Shape;453;p41"/>
          <p:cNvSpPr txBox="1"/>
          <p:nvPr>
            <p:ph idx="1" type="subTitle"/>
          </p:nvPr>
        </p:nvSpPr>
        <p:spPr>
          <a:xfrm>
            <a:off x="5027875" y="2684325"/>
            <a:ext cx="4037100" cy="867900"/>
          </a:xfrm>
          <a:prstGeom prst="rect">
            <a:avLst/>
          </a:prstGeom>
        </p:spPr>
        <p:txBody>
          <a:bodyPr anchorCtr="0" anchor="ctr" bIns="91425" lIns="91425" spcFirstLastPara="1" rIns="91425" wrap="square" tIns="91425">
            <a:noAutofit/>
          </a:bodyPr>
          <a:lstStyle/>
          <a:p>
            <a:pPr indent="-330200" lvl="0" marL="457200" rtl="0" algn="l">
              <a:spcBef>
                <a:spcPts val="0"/>
              </a:spcBef>
              <a:spcAft>
                <a:spcPts val="0"/>
              </a:spcAft>
              <a:buSzPts val="1600"/>
              <a:buChar char="-"/>
            </a:pPr>
            <a:r>
              <a:rPr lang="en" sz="1600"/>
              <a:t>Prerequisites added need to be accurate</a:t>
            </a:r>
            <a:endParaRPr sz="1600"/>
          </a:p>
          <a:p>
            <a:pPr indent="-330200" lvl="0" marL="457200" rtl="0" algn="l">
              <a:spcBef>
                <a:spcPts val="0"/>
              </a:spcBef>
              <a:spcAft>
                <a:spcPts val="0"/>
              </a:spcAft>
              <a:buSzPts val="1600"/>
              <a:buChar char="-"/>
            </a:pPr>
            <a:r>
              <a:rPr lang="en" sz="1600"/>
              <a:t>Courses in major/minor need to be accurate</a:t>
            </a:r>
            <a:endParaRPr sz="1600"/>
          </a:p>
        </p:txBody>
      </p:sp>
      <p:sp>
        <p:nvSpPr>
          <p:cNvPr id="454" name="Google Shape;454;p41"/>
          <p:cNvSpPr txBox="1"/>
          <p:nvPr>
            <p:ph idx="1" type="subTitle"/>
          </p:nvPr>
        </p:nvSpPr>
        <p:spPr>
          <a:xfrm>
            <a:off x="5027875" y="3913475"/>
            <a:ext cx="4116000" cy="867900"/>
          </a:xfrm>
          <a:prstGeom prst="rect">
            <a:avLst/>
          </a:prstGeom>
        </p:spPr>
        <p:txBody>
          <a:bodyPr anchorCtr="0" anchor="ctr" bIns="91425" lIns="91425" spcFirstLastPara="1" rIns="91425" wrap="square" tIns="91425">
            <a:noAutofit/>
          </a:bodyPr>
          <a:lstStyle/>
          <a:p>
            <a:pPr indent="-330200" lvl="0" marL="457200" rtl="0" algn="l">
              <a:spcBef>
                <a:spcPts val="0"/>
              </a:spcBef>
              <a:spcAft>
                <a:spcPts val="0"/>
              </a:spcAft>
              <a:buSzPts val="1600"/>
              <a:buChar char="-"/>
            </a:pPr>
            <a:r>
              <a:rPr lang="en" sz="1600"/>
              <a:t>Clearly state policies when prerequisites need to be added or changed per course</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2"/>
          <p:cNvSpPr txBox="1"/>
          <p:nvPr>
            <p:ph type="title"/>
          </p:nvPr>
        </p:nvSpPr>
        <p:spPr>
          <a:xfrm>
            <a:off x="720000" y="291638"/>
            <a:ext cx="77040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u="sng">
                <a:solidFill>
                  <a:schemeClr val="dk1"/>
                </a:solidFill>
              </a:rPr>
              <a:t>CONCLUSION</a:t>
            </a:r>
            <a:endParaRPr u="sng">
              <a:solidFill>
                <a:schemeClr val="dk1"/>
              </a:solidFill>
            </a:endParaRPr>
          </a:p>
        </p:txBody>
      </p:sp>
      <p:grpSp>
        <p:nvGrpSpPr>
          <p:cNvPr id="460" name="Google Shape;460;p42"/>
          <p:cNvGrpSpPr/>
          <p:nvPr/>
        </p:nvGrpSpPr>
        <p:grpSpPr>
          <a:xfrm rot="-2020803">
            <a:off x="8310601" y="393298"/>
            <a:ext cx="480524" cy="513453"/>
            <a:chOff x="5629975" y="3255775"/>
            <a:chExt cx="504500" cy="397500"/>
          </a:xfrm>
        </p:grpSpPr>
        <p:sp>
          <p:nvSpPr>
            <p:cNvPr id="461" name="Google Shape;461;p42"/>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62" name="Google Shape;462;p42"/>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63" name="Google Shape;463;p42"/>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64" name="Google Shape;464;p42"/>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65" name="Google Shape;465;p42"/>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grpSp>
      <p:sp>
        <p:nvSpPr>
          <p:cNvPr id="466" name="Google Shape;466;p42"/>
          <p:cNvSpPr txBox="1"/>
          <p:nvPr>
            <p:ph idx="4294967295" type="title"/>
          </p:nvPr>
        </p:nvSpPr>
        <p:spPr>
          <a:xfrm>
            <a:off x="573300" y="1052250"/>
            <a:ext cx="8570700" cy="32976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t/>
            </a:r>
            <a:endParaRPr b="0" sz="1500">
              <a:solidFill>
                <a:schemeClr val="dk1"/>
              </a:solidFill>
              <a:latin typeface="Arial"/>
              <a:ea typeface="Arial"/>
              <a:cs typeface="Arial"/>
              <a:sym typeface="Arial"/>
            </a:endParaRPr>
          </a:p>
          <a:p>
            <a:pPr indent="-349250" lvl="0" marL="457200" rtl="0" algn="l">
              <a:spcBef>
                <a:spcPts val="0"/>
              </a:spcBef>
              <a:spcAft>
                <a:spcPts val="0"/>
              </a:spcAft>
              <a:buSzPts val="1900"/>
              <a:buChar char="●"/>
            </a:pPr>
            <a:r>
              <a:rPr lang="en" sz="1900">
                <a:solidFill>
                  <a:schemeClr val="dk1"/>
                </a:solidFill>
              </a:rPr>
              <a:t>Implementation</a:t>
            </a:r>
            <a:endParaRPr sz="1900">
              <a:solidFill>
                <a:schemeClr val="dk1"/>
              </a:solidFill>
            </a:endParaRPr>
          </a:p>
          <a:p>
            <a:pPr indent="-323850" lvl="1" marL="914400" rtl="0" algn="l">
              <a:spcBef>
                <a:spcPts val="0"/>
              </a:spcBef>
              <a:spcAft>
                <a:spcPts val="0"/>
              </a:spcAft>
              <a:buSzPts val="1500"/>
              <a:buFont typeface="Alata"/>
              <a:buChar char="○"/>
            </a:pPr>
            <a:r>
              <a:rPr lang="en" sz="1500">
                <a:latin typeface="Alata"/>
                <a:ea typeface="Alata"/>
                <a:cs typeface="Alata"/>
                <a:sym typeface="Alata"/>
              </a:rPr>
              <a:t>IS&amp;T: </a:t>
            </a:r>
            <a:r>
              <a:rPr b="0" lang="en" sz="1500">
                <a:solidFill>
                  <a:srgbClr val="191919"/>
                </a:solidFill>
                <a:latin typeface="Alata"/>
                <a:ea typeface="Alata"/>
                <a:cs typeface="Alata"/>
                <a:sym typeface="Alata"/>
              </a:rPr>
              <a:t>develops and tests new empty filters </a:t>
            </a:r>
            <a:endParaRPr b="0" sz="1500">
              <a:solidFill>
                <a:srgbClr val="191919"/>
              </a:solidFill>
              <a:latin typeface="Alata"/>
              <a:ea typeface="Alata"/>
              <a:cs typeface="Alata"/>
              <a:sym typeface="Alata"/>
            </a:endParaRPr>
          </a:p>
          <a:p>
            <a:pPr indent="-323850" lvl="1" marL="914400" rtl="0" algn="l">
              <a:spcBef>
                <a:spcPts val="0"/>
              </a:spcBef>
              <a:spcAft>
                <a:spcPts val="0"/>
              </a:spcAft>
              <a:buSzPts val="1500"/>
              <a:buFont typeface="Alata"/>
              <a:buChar char="○"/>
            </a:pPr>
            <a:r>
              <a:rPr lang="en" sz="1500">
                <a:latin typeface="Alata"/>
                <a:ea typeface="Alata"/>
                <a:cs typeface="Alata"/>
                <a:sym typeface="Alata"/>
              </a:rPr>
              <a:t>Registrar: </a:t>
            </a:r>
            <a:r>
              <a:rPr b="0" lang="en" sz="1500">
                <a:solidFill>
                  <a:schemeClr val="lt1"/>
                </a:solidFill>
                <a:latin typeface="Alata"/>
                <a:ea typeface="Alata"/>
                <a:cs typeface="Alata"/>
                <a:sym typeface="Alata"/>
              </a:rPr>
              <a:t>inputs data and ensures operability of filters</a:t>
            </a:r>
            <a:endParaRPr sz="1500">
              <a:latin typeface="Alata"/>
              <a:ea typeface="Alata"/>
              <a:cs typeface="Alata"/>
              <a:sym typeface="Alata"/>
            </a:endParaRPr>
          </a:p>
          <a:p>
            <a:pPr indent="0" lvl="0" marL="0" rtl="0" algn="l">
              <a:spcBef>
                <a:spcPts val="0"/>
              </a:spcBef>
              <a:spcAft>
                <a:spcPts val="0"/>
              </a:spcAft>
              <a:buNone/>
            </a:pPr>
            <a:r>
              <a:t/>
            </a:r>
            <a:endParaRPr sz="1700"/>
          </a:p>
          <a:p>
            <a:pPr indent="0" lvl="0" marL="0" rtl="0" algn="l">
              <a:spcBef>
                <a:spcPts val="0"/>
              </a:spcBef>
              <a:spcAft>
                <a:spcPts val="0"/>
              </a:spcAft>
              <a:buNone/>
            </a:pPr>
            <a:r>
              <a:t/>
            </a:r>
            <a:endParaRPr sz="1700"/>
          </a:p>
          <a:p>
            <a:pPr indent="-349250" lvl="0" marL="457200" rtl="0" algn="l">
              <a:spcBef>
                <a:spcPts val="0"/>
              </a:spcBef>
              <a:spcAft>
                <a:spcPts val="0"/>
              </a:spcAft>
              <a:buSzPts val="1900"/>
              <a:buChar char="●"/>
            </a:pPr>
            <a:r>
              <a:rPr lang="en" sz="1900">
                <a:solidFill>
                  <a:schemeClr val="dk1"/>
                </a:solidFill>
              </a:rPr>
              <a:t>Quantifiable Benefits</a:t>
            </a:r>
            <a:endParaRPr sz="1900">
              <a:solidFill>
                <a:schemeClr val="dk1"/>
              </a:solidFill>
            </a:endParaRPr>
          </a:p>
          <a:p>
            <a:pPr indent="-323850" lvl="1" marL="914400" rtl="0" algn="l">
              <a:lnSpc>
                <a:spcPct val="115000"/>
              </a:lnSpc>
              <a:spcBef>
                <a:spcPts val="0"/>
              </a:spcBef>
              <a:spcAft>
                <a:spcPts val="0"/>
              </a:spcAft>
              <a:buSzPts val="1500"/>
              <a:buFont typeface="Alata"/>
              <a:buChar char="○"/>
            </a:pPr>
            <a:r>
              <a:rPr b="0" lang="en" sz="1500">
                <a:latin typeface="Alata"/>
                <a:ea typeface="Alata"/>
                <a:cs typeface="Alata"/>
                <a:sym typeface="Alata"/>
              </a:rPr>
              <a:t>Advisors have more time to work on 2 &amp; 4 yr plans → increase ranking</a:t>
            </a:r>
            <a:endParaRPr b="0" sz="1500">
              <a:latin typeface="Alata"/>
              <a:ea typeface="Alata"/>
              <a:cs typeface="Alata"/>
              <a:sym typeface="Alata"/>
            </a:endParaRPr>
          </a:p>
          <a:p>
            <a:pPr indent="-323850" lvl="0" marL="1371600" rtl="0" algn="l">
              <a:lnSpc>
                <a:spcPct val="115000"/>
              </a:lnSpc>
              <a:spcBef>
                <a:spcPts val="0"/>
              </a:spcBef>
              <a:spcAft>
                <a:spcPts val="0"/>
              </a:spcAft>
              <a:buClr>
                <a:schemeClr val="dk1"/>
              </a:buClr>
              <a:buSzPts val="1500"/>
              <a:buChar char="-"/>
            </a:pPr>
            <a:r>
              <a:rPr b="0" lang="en" sz="1500"/>
              <a:t>Higher rank = justify charging premium tuition</a:t>
            </a:r>
            <a:r>
              <a:rPr b="0" lang="en" sz="1500">
                <a:solidFill>
                  <a:schemeClr val="dk1"/>
                </a:solidFill>
              </a:rPr>
              <a:t> </a:t>
            </a:r>
            <a:endParaRPr b="0" sz="1500">
              <a:solidFill>
                <a:schemeClr val="dk1"/>
              </a:solidFill>
            </a:endParaRPr>
          </a:p>
          <a:p>
            <a:pPr indent="-323850" lvl="0" marL="1371600" rtl="0" algn="l">
              <a:lnSpc>
                <a:spcPct val="115000"/>
              </a:lnSpc>
              <a:spcBef>
                <a:spcPts val="0"/>
              </a:spcBef>
              <a:spcAft>
                <a:spcPts val="0"/>
              </a:spcAft>
              <a:buClr>
                <a:schemeClr val="dk1"/>
              </a:buClr>
              <a:buSzPts val="1500"/>
              <a:buChar char="-"/>
            </a:pPr>
            <a:r>
              <a:rPr b="0" lang="en" sz="1500">
                <a:solidFill>
                  <a:srgbClr val="191919"/>
                </a:solidFill>
              </a:rPr>
              <a:t>Higher rank = decreased acceptance rate </a:t>
            </a:r>
            <a:r>
              <a:rPr b="0" lang="en" sz="1500">
                <a:solidFill>
                  <a:schemeClr val="dk1"/>
                </a:solidFill>
              </a:rPr>
              <a:t> </a:t>
            </a:r>
            <a:endParaRPr sz="1500">
              <a:solidFill>
                <a:schemeClr val="dk1"/>
              </a:solidFill>
            </a:endParaRPr>
          </a:p>
          <a:p>
            <a:pPr indent="-323850" lvl="1" marL="914400" rtl="0" algn="l">
              <a:lnSpc>
                <a:spcPct val="115000"/>
              </a:lnSpc>
              <a:spcBef>
                <a:spcPts val="0"/>
              </a:spcBef>
              <a:spcAft>
                <a:spcPts val="0"/>
              </a:spcAft>
              <a:buSzPts val="1500"/>
              <a:buFont typeface="Alata"/>
              <a:buChar char="○"/>
            </a:pPr>
            <a:r>
              <a:rPr b="0" lang="en" sz="1500">
                <a:latin typeface="Alata"/>
                <a:ea typeface="Alata"/>
                <a:cs typeface="Alata"/>
                <a:sym typeface="Alata"/>
              </a:rPr>
              <a:t>Solution requires zero capital expenditure and minimal operational expenditure </a:t>
            </a:r>
            <a:endParaRPr b="0" sz="1500">
              <a:latin typeface="Alata"/>
              <a:ea typeface="Alata"/>
              <a:cs typeface="Alata"/>
              <a:sym typeface="Alata"/>
            </a:endParaRPr>
          </a:p>
          <a:p>
            <a:pPr indent="-323850" lvl="0" marL="1371600" rtl="0" algn="l">
              <a:lnSpc>
                <a:spcPct val="115000"/>
              </a:lnSpc>
              <a:spcBef>
                <a:spcPts val="0"/>
              </a:spcBef>
              <a:spcAft>
                <a:spcPts val="0"/>
              </a:spcAft>
              <a:buClr>
                <a:schemeClr val="dk1"/>
              </a:buClr>
              <a:buSzPts val="1500"/>
              <a:buFont typeface="Times New Roman"/>
              <a:buChar char="-"/>
            </a:pPr>
            <a:r>
              <a:rPr b="0" lang="en" sz="1500">
                <a:solidFill>
                  <a:schemeClr val="dk1"/>
                </a:solidFill>
              </a:rPr>
              <a:t> </a:t>
            </a:r>
            <a:r>
              <a:rPr b="0" lang="en" sz="1500"/>
              <a:t>Although this may not allow Chapman to directly increase tuition, Chapman should enact these solutions since CU benefits and derives value from these changes at </a:t>
            </a:r>
            <a:r>
              <a:rPr lang="en" sz="1500"/>
              <a:t>minimal costs </a:t>
            </a:r>
            <a:endParaRPr sz="1500"/>
          </a:p>
          <a:p>
            <a:pPr indent="0" lvl="0" marL="457200" rtl="0" algn="l">
              <a:lnSpc>
                <a:spcPct val="115000"/>
              </a:lnSpc>
              <a:spcBef>
                <a:spcPts val="0"/>
              </a:spcBef>
              <a:spcAft>
                <a:spcPts val="0"/>
              </a:spcAft>
              <a:buNone/>
            </a:pPr>
            <a:r>
              <a:t/>
            </a:r>
            <a:endParaRPr b="0" sz="2400">
              <a:solidFill>
                <a:schemeClr val="dk1"/>
              </a:solidFill>
            </a:endParaRPr>
          </a:p>
        </p:txBody>
      </p:sp>
      <p:grpSp>
        <p:nvGrpSpPr>
          <p:cNvPr id="467" name="Google Shape;467;p42"/>
          <p:cNvGrpSpPr/>
          <p:nvPr/>
        </p:nvGrpSpPr>
        <p:grpSpPr>
          <a:xfrm rot="1959160">
            <a:off x="7432809" y="636616"/>
            <a:ext cx="681649" cy="618938"/>
            <a:chOff x="5629975" y="3255775"/>
            <a:chExt cx="504500" cy="397500"/>
          </a:xfrm>
        </p:grpSpPr>
        <p:sp>
          <p:nvSpPr>
            <p:cNvPr id="468" name="Google Shape;468;p42"/>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69" name="Google Shape;469;p42"/>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70" name="Google Shape;470;p42"/>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71" name="Google Shape;471;p42"/>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72" name="Google Shape;472;p42"/>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43"/>
          <p:cNvSpPr txBox="1"/>
          <p:nvPr>
            <p:ph type="title"/>
          </p:nvPr>
        </p:nvSpPr>
        <p:spPr>
          <a:xfrm>
            <a:off x="720000" y="291638"/>
            <a:ext cx="77040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u="sng">
                <a:solidFill>
                  <a:schemeClr val="dk1"/>
                </a:solidFill>
              </a:rPr>
              <a:t>Who Benefits? </a:t>
            </a:r>
            <a:endParaRPr u="sng">
              <a:solidFill>
                <a:schemeClr val="dk1"/>
              </a:solidFill>
            </a:endParaRPr>
          </a:p>
        </p:txBody>
      </p:sp>
      <p:grpSp>
        <p:nvGrpSpPr>
          <p:cNvPr id="478" name="Google Shape;478;p43"/>
          <p:cNvGrpSpPr/>
          <p:nvPr/>
        </p:nvGrpSpPr>
        <p:grpSpPr>
          <a:xfrm rot="-2020803">
            <a:off x="1605026" y="101648"/>
            <a:ext cx="480524" cy="513453"/>
            <a:chOff x="5629975" y="3255775"/>
            <a:chExt cx="504500" cy="397500"/>
          </a:xfrm>
        </p:grpSpPr>
        <p:sp>
          <p:nvSpPr>
            <p:cNvPr id="479" name="Google Shape;479;p43"/>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80" name="Google Shape;480;p43"/>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81" name="Google Shape;481;p43"/>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82" name="Google Shape;482;p43"/>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83" name="Google Shape;483;p43"/>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grpSp>
      <p:sp>
        <p:nvSpPr>
          <p:cNvPr id="484" name="Google Shape;484;p43"/>
          <p:cNvSpPr txBox="1"/>
          <p:nvPr>
            <p:ph idx="4294967295" type="title"/>
          </p:nvPr>
        </p:nvSpPr>
        <p:spPr>
          <a:xfrm>
            <a:off x="479025" y="949950"/>
            <a:ext cx="8570700" cy="329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a:p>
            <a:pPr indent="-361950" lvl="1" marL="914400" rtl="0" algn="l">
              <a:lnSpc>
                <a:spcPct val="115000"/>
              </a:lnSpc>
              <a:spcBef>
                <a:spcPts val="0"/>
              </a:spcBef>
              <a:spcAft>
                <a:spcPts val="0"/>
              </a:spcAft>
              <a:buClr>
                <a:srgbClr val="191919"/>
              </a:buClr>
              <a:buSzPts val="2100"/>
              <a:buFont typeface="Alata"/>
              <a:buChar char="○"/>
            </a:pPr>
            <a:r>
              <a:rPr b="0" lang="en" sz="2100">
                <a:latin typeface="Alata"/>
                <a:ea typeface="Alata"/>
                <a:cs typeface="Alata"/>
                <a:sym typeface="Alata"/>
              </a:rPr>
              <a:t>Students: </a:t>
            </a:r>
            <a:r>
              <a:rPr b="0" lang="en" sz="2100">
                <a:solidFill>
                  <a:schemeClr val="lt1"/>
                </a:solidFill>
                <a:latin typeface="Alata"/>
                <a:ea typeface="Alata"/>
                <a:cs typeface="Alata"/>
                <a:sym typeface="Alata"/>
              </a:rPr>
              <a:t>More efficient enrollment/registration process</a:t>
            </a:r>
            <a:endParaRPr b="0" sz="2100">
              <a:solidFill>
                <a:schemeClr val="lt1"/>
              </a:solidFill>
              <a:latin typeface="Alata"/>
              <a:ea typeface="Alata"/>
              <a:cs typeface="Alata"/>
              <a:sym typeface="Alata"/>
            </a:endParaRPr>
          </a:p>
          <a:p>
            <a:pPr indent="0" lvl="0" marL="0" rtl="0" algn="l">
              <a:lnSpc>
                <a:spcPct val="115000"/>
              </a:lnSpc>
              <a:spcBef>
                <a:spcPts val="0"/>
              </a:spcBef>
              <a:spcAft>
                <a:spcPts val="0"/>
              </a:spcAft>
              <a:buNone/>
            </a:pPr>
            <a:r>
              <a:t/>
            </a:r>
            <a:endParaRPr b="0" sz="2100">
              <a:solidFill>
                <a:schemeClr val="lt1"/>
              </a:solidFill>
              <a:latin typeface="Alata"/>
              <a:ea typeface="Alata"/>
              <a:cs typeface="Alata"/>
              <a:sym typeface="Alata"/>
            </a:endParaRPr>
          </a:p>
          <a:p>
            <a:pPr indent="-361950" lvl="1" marL="914400" rtl="0" algn="l">
              <a:lnSpc>
                <a:spcPct val="115000"/>
              </a:lnSpc>
              <a:spcBef>
                <a:spcPts val="0"/>
              </a:spcBef>
              <a:spcAft>
                <a:spcPts val="0"/>
              </a:spcAft>
              <a:buClr>
                <a:srgbClr val="191919"/>
              </a:buClr>
              <a:buSzPts val="2100"/>
              <a:buFont typeface="Alata"/>
              <a:buChar char="○"/>
            </a:pPr>
            <a:r>
              <a:rPr b="0" lang="en" sz="2100">
                <a:latin typeface="Alata"/>
                <a:ea typeface="Alata"/>
                <a:cs typeface="Alata"/>
                <a:sym typeface="Alata"/>
              </a:rPr>
              <a:t>Advisors/Faculty: </a:t>
            </a:r>
            <a:r>
              <a:rPr b="0" lang="en" sz="2100">
                <a:solidFill>
                  <a:schemeClr val="lt1"/>
                </a:solidFill>
                <a:latin typeface="Alata"/>
                <a:ea typeface="Alata"/>
                <a:cs typeface="Alata"/>
                <a:sym typeface="Alata"/>
              </a:rPr>
              <a:t>Less manual intervention, time can be dedicated elsewhere</a:t>
            </a:r>
            <a:endParaRPr b="0" sz="2100">
              <a:solidFill>
                <a:schemeClr val="lt1"/>
              </a:solidFill>
              <a:latin typeface="Alata"/>
              <a:ea typeface="Alata"/>
              <a:cs typeface="Alata"/>
              <a:sym typeface="Alata"/>
            </a:endParaRPr>
          </a:p>
          <a:p>
            <a:pPr indent="0" lvl="0" marL="0" rtl="0" algn="l">
              <a:lnSpc>
                <a:spcPct val="115000"/>
              </a:lnSpc>
              <a:spcBef>
                <a:spcPts val="0"/>
              </a:spcBef>
              <a:spcAft>
                <a:spcPts val="0"/>
              </a:spcAft>
              <a:buNone/>
            </a:pPr>
            <a:r>
              <a:t/>
            </a:r>
            <a:endParaRPr b="0" sz="2100">
              <a:solidFill>
                <a:schemeClr val="lt1"/>
              </a:solidFill>
              <a:latin typeface="Alata"/>
              <a:ea typeface="Alata"/>
              <a:cs typeface="Alata"/>
              <a:sym typeface="Alata"/>
            </a:endParaRPr>
          </a:p>
          <a:p>
            <a:pPr indent="-361950" lvl="1" marL="914400" rtl="0" algn="l">
              <a:lnSpc>
                <a:spcPct val="115000"/>
              </a:lnSpc>
              <a:spcBef>
                <a:spcPts val="0"/>
              </a:spcBef>
              <a:spcAft>
                <a:spcPts val="0"/>
              </a:spcAft>
              <a:buClr>
                <a:srgbClr val="191919"/>
              </a:buClr>
              <a:buSzPts val="2100"/>
              <a:buFont typeface="Alata"/>
              <a:buChar char="○"/>
            </a:pPr>
            <a:r>
              <a:rPr b="0" lang="en" sz="2100">
                <a:latin typeface="Alata"/>
                <a:ea typeface="Alata"/>
                <a:cs typeface="Alata"/>
                <a:sym typeface="Alata"/>
              </a:rPr>
              <a:t>Administration: </a:t>
            </a:r>
            <a:r>
              <a:rPr b="0" lang="en" sz="2100">
                <a:solidFill>
                  <a:schemeClr val="lt1"/>
                </a:solidFill>
                <a:latin typeface="Alata"/>
                <a:ea typeface="Alata"/>
                <a:cs typeface="Alata"/>
                <a:sym typeface="Alata"/>
              </a:rPr>
              <a:t>Able to justify tuition via higher university ranking</a:t>
            </a:r>
            <a:endParaRPr b="0" sz="3300">
              <a:solidFill>
                <a:schemeClr val="dk1"/>
              </a:solidFill>
            </a:endParaRPr>
          </a:p>
        </p:txBody>
      </p:sp>
      <p:grpSp>
        <p:nvGrpSpPr>
          <p:cNvPr id="485" name="Google Shape;485;p43"/>
          <p:cNvGrpSpPr/>
          <p:nvPr/>
        </p:nvGrpSpPr>
        <p:grpSpPr>
          <a:xfrm rot="1959160">
            <a:off x="833109" y="221291"/>
            <a:ext cx="681649" cy="618938"/>
            <a:chOff x="5629975" y="3255775"/>
            <a:chExt cx="504500" cy="397500"/>
          </a:xfrm>
        </p:grpSpPr>
        <p:sp>
          <p:nvSpPr>
            <p:cNvPr id="486" name="Google Shape;486;p43"/>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87" name="Google Shape;487;p43"/>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88" name="Google Shape;488;p43"/>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89" name="Google Shape;489;p43"/>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90" name="Google Shape;490;p43"/>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44"/>
          <p:cNvSpPr txBox="1"/>
          <p:nvPr>
            <p:ph idx="4294967295" type="title"/>
          </p:nvPr>
        </p:nvSpPr>
        <p:spPr>
          <a:xfrm>
            <a:off x="767038" y="124750"/>
            <a:ext cx="77040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u="sng">
                <a:solidFill>
                  <a:schemeClr val="dk1"/>
                </a:solidFill>
              </a:rPr>
              <a:t>REFERENCES</a:t>
            </a:r>
            <a:r>
              <a:rPr lang="en">
                <a:solidFill>
                  <a:schemeClr val="dk1"/>
                </a:solidFill>
              </a:rPr>
              <a:t> </a:t>
            </a:r>
            <a:endParaRPr>
              <a:solidFill>
                <a:schemeClr val="dk1"/>
              </a:solidFill>
            </a:endParaRPr>
          </a:p>
        </p:txBody>
      </p:sp>
      <p:sp>
        <p:nvSpPr>
          <p:cNvPr id="496" name="Google Shape;496;p44"/>
          <p:cNvSpPr txBox="1"/>
          <p:nvPr>
            <p:ph idx="1" type="body"/>
          </p:nvPr>
        </p:nvSpPr>
        <p:spPr>
          <a:xfrm>
            <a:off x="1210763" y="602950"/>
            <a:ext cx="8848500" cy="41952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sz="1100">
                <a:latin typeface="Times New Roman"/>
                <a:ea typeface="Times New Roman"/>
                <a:cs typeface="Times New Roman"/>
                <a:sym typeface="Times New Roman"/>
              </a:rPr>
              <a:t>California State University, Fullerton. (2022). </a:t>
            </a:r>
            <a:r>
              <a:rPr i="1" lang="en" sz="1100">
                <a:latin typeface="Times New Roman"/>
                <a:ea typeface="Times New Roman"/>
                <a:cs typeface="Times New Roman"/>
                <a:sym typeface="Times New Roman"/>
              </a:rPr>
              <a:t>Higher Education</a:t>
            </a:r>
            <a:r>
              <a:rPr lang="en" sz="1100">
                <a:latin typeface="Times New Roman"/>
                <a:ea typeface="Times New Roman"/>
                <a:cs typeface="Times New Roman"/>
                <a:sym typeface="Times New Roman"/>
              </a:rPr>
              <a:t>. Higher Education PeopleSoft</a:t>
            </a:r>
            <a:endParaRPr sz="1100">
              <a:latin typeface="Times New Roman"/>
              <a:ea typeface="Times New Roman"/>
              <a:cs typeface="Times New Roman"/>
              <a:sym typeface="Times New Roman"/>
            </a:endParaRPr>
          </a:p>
          <a:p>
            <a:pPr indent="0" lvl="0" marL="457200" rtl="0" algn="l">
              <a:lnSpc>
                <a:spcPct val="200000"/>
              </a:lnSpc>
              <a:spcBef>
                <a:spcPts val="0"/>
              </a:spcBef>
              <a:spcAft>
                <a:spcPts val="0"/>
              </a:spcAft>
              <a:buNone/>
            </a:pPr>
            <a:r>
              <a:rPr lang="en" sz="1100">
                <a:latin typeface="Times New Roman"/>
                <a:ea typeface="Times New Roman"/>
                <a:cs typeface="Times New Roman"/>
                <a:sym typeface="Times New Roman"/>
              </a:rPr>
              <a:t>Customers - Common Management Systems (CMS) | CSUF. Retrieved March 15, 2023, from https://www.fullerton.edu/cms/project/customers.php </a:t>
            </a:r>
            <a:endParaRPr sz="1100">
              <a:latin typeface="Times New Roman"/>
              <a:ea typeface="Times New Roman"/>
              <a:cs typeface="Times New Roman"/>
              <a:sym typeface="Times New Roman"/>
            </a:endParaRPr>
          </a:p>
          <a:p>
            <a:pPr indent="0" lvl="0" marL="0" rtl="0" algn="l">
              <a:lnSpc>
                <a:spcPct val="200000"/>
              </a:lnSpc>
              <a:spcBef>
                <a:spcPts val="0"/>
              </a:spcBef>
              <a:spcAft>
                <a:spcPts val="0"/>
              </a:spcAft>
              <a:buNone/>
            </a:pPr>
            <a:r>
              <a:rPr lang="en" sz="1100">
                <a:latin typeface="Times New Roman"/>
                <a:ea typeface="Times New Roman"/>
                <a:cs typeface="Times New Roman"/>
                <a:sym typeface="Times New Roman"/>
              </a:rPr>
              <a:t>Chapman University. (2022). </a:t>
            </a:r>
            <a:r>
              <a:rPr i="1" lang="en" sz="1100">
                <a:latin typeface="Times New Roman"/>
                <a:ea typeface="Times New Roman"/>
                <a:cs typeface="Times New Roman"/>
                <a:sym typeface="Times New Roman"/>
              </a:rPr>
              <a:t>Facts &amp; Rankings</a:t>
            </a:r>
            <a:r>
              <a:rPr lang="en" sz="1100">
                <a:latin typeface="Times New Roman"/>
                <a:ea typeface="Times New Roman"/>
                <a:cs typeface="Times New Roman"/>
                <a:sym typeface="Times New Roman"/>
              </a:rPr>
              <a:t>. Facts &amp; Rankings | About Chapman | Chapman </a:t>
            </a:r>
            <a:endParaRPr sz="1100">
              <a:latin typeface="Times New Roman"/>
              <a:ea typeface="Times New Roman"/>
              <a:cs typeface="Times New Roman"/>
              <a:sym typeface="Times New Roman"/>
            </a:endParaRPr>
          </a:p>
          <a:p>
            <a:pPr indent="0" lvl="0" marL="457200" rtl="0" algn="l">
              <a:lnSpc>
                <a:spcPct val="200000"/>
              </a:lnSpc>
              <a:spcBef>
                <a:spcPts val="0"/>
              </a:spcBef>
              <a:spcAft>
                <a:spcPts val="0"/>
              </a:spcAft>
              <a:buNone/>
            </a:pPr>
            <a:r>
              <a:rPr lang="en" sz="1100">
                <a:latin typeface="Times New Roman"/>
                <a:ea typeface="Times New Roman"/>
                <a:cs typeface="Times New Roman"/>
                <a:sym typeface="Times New Roman"/>
              </a:rPr>
              <a:t>University. Retrieved March 15, 2023, from https://www.chapman.edu/about/facts</a:t>
            </a:r>
            <a:endParaRPr sz="1100">
              <a:latin typeface="Times New Roman"/>
              <a:ea typeface="Times New Roman"/>
              <a:cs typeface="Times New Roman"/>
              <a:sym typeface="Times New Roman"/>
            </a:endParaRPr>
          </a:p>
          <a:p>
            <a:pPr indent="0" lvl="0" marL="457200" rtl="0" algn="l">
              <a:lnSpc>
                <a:spcPct val="200000"/>
              </a:lnSpc>
              <a:spcBef>
                <a:spcPts val="0"/>
              </a:spcBef>
              <a:spcAft>
                <a:spcPts val="0"/>
              </a:spcAft>
              <a:buNone/>
            </a:pPr>
            <a:r>
              <a:rPr lang="en" sz="1100">
                <a:latin typeface="Times New Roman"/>
                <a:ea typeface="Times New Roman"/>
                <a:cs typeface="Times New Roman"/>
                <a:sym typeface="Times New Roman"/>
              </a:rPr>
              <a:t>-and-rankings/index.aspx  </a:t>
            </a:r>
            <a:endParaRPr sz="1100">
              <a:latin typeface="Times New Roman"/>
              <a:ea typeface="Times New Roman"/>
              <a:cs typeface="Times New Roman"/>
              <a:sym typeface="Times New Roman"/>
            </a:endParaRPr>
          </a:p>
          <a:p>
            <a:pPr indent="0" lvl="0" marL="0" rtl="0" algn="l">
              <a:lnSpc>
                <a:spcPct val="200000"/>
              </a:lnSpc>
              <a:spcBef>
                <a:spcPts val="0"/>
              </a:spcBef>
              <a:spcAft>
                <a:spcPts val="0"/>
              </a:spcAft>
              <a:buNone/>
            </a:pPr>
            <a:r>
              <a:rPr lang="en" sz="1100">
                <a:latin typeface="Times New Roman"/>
                <a:ea typeface="Times New Roman"/>
                <a:cs typeface="Times New Roman"/>
                <a:sym typeface="Times New Roman"/>
              </a:rPr>
              <a:t>KPMG. (2022, May 31). Chapman University and Affiliates Consolidated Financial Statements. </a:t>
            </a:r>
            <a:endParaRPr sz="1100">
              <a:latin typeface="Times New Roman"/>
              <a:ea typeface="Times New Roman"/>
              <a:cs typeface="Times New Roman"/>
              <a:sym typeface="Times New Roman"/>
            </a:endParaRPr>
          </a:p>
          <a:p>
            <a:pPr indent="457200" lvl="0" marL="0" rtl="0" algn="l">
              <a:lnSpc>
                <a:spcPct val="200000"/>
              </a:lnSpc>
              <a:spcBef>
                <a:spcPts val="0"/>
              </a:spcBef>
              <a:spcAft>
                <a:spcPts val="0"/>
              </a:spcAft>
              <a:buNone/>
            </a:pPr>
            <a:r>
              <a:rPr lang="en" sz="1100">
                <a:latin typeface="Times New Roman"/>
                <a:ea typeface="Times New Roman"/>
                <a:cs typeface="Times New Roman"/>
                <a:sym typeface="Times New Roman"/>
              </a:rPr>
              <a:t>KPMG. </a:t>
            </a:r>
            <a:endParaRPr sz="1100">
              <a:latin typeface="Times New Roman"/>
              <a:ea typeface="Times New Roman"/>
              <a:cs typeface="Times New Roman"/>
              <a:sym typeface="Times New Roman"/>
            </a:endParaRPr>
          </a:p>
          <a:p>
            <a:pPr indent="0" lvl="0" marL="0" rtl="0" algn="l">
              <a:lnSpc>
                <a:spcPct val="200000"/>
              </a:lnSpc>
              <a:spcBef>
                <a:spcPts val="0"/>
              </a:spcBef>
              <a:spcAft>
                <a:spcPts val="0"/>
              </a:spcAft>
              <a:buNone/>
            </a:pPr>
            <a:r>
              <a:rPr lang="en" sz="1100">
                <a:latin typeface="Times New Roman"/>
                <a:ea typeface="Times New Roman"/>
                <a:cs typeface="Times New Roman"/>
                <a:sym typeface="Times New Roman"/>
              </a:rPr>
              <a:t>Salary: Academic advisor in Los Angeles, CA 2023. Glassdoor. (2023). Retrieved March 16, 2023, from </a:t>
            </a:r>
            <a:endParaRPr sz="1100">
              <a:latin typeface="Times New Roman"/>
              <a:ea typeface="Times New Roman"/>
              <a:cs typeface="Times New Roman"/>
              <a:sym typeface="Times New Roman"/>
            </a:endParaRPr>
          </a:p>
          <a:p>
            <a:pPr indent="457200" lvl="0" marL="0" rtl="0" algn="l">
              <a:lnSpc>
                <a:spcPct val="200000"/>
              </a:lnSpc>
              <a:spcBef>
                <a:spcPts val="0"/>
              </a:spcBef>
              <a:spcAft>
                <a:spcPts val="0"/>
              </a:spcAft>
              <a:buNone/>
            </a:pPr>
            <a:r>
              <a:rPr lang="en" sz="1100">
                <a:latin typeface="Times New Roman"/>
                <a:ea typeface="Times New Roman"/>
                <a:cs typeface="Times New Roman"/>
                <a:sym typeface="Times New Roman"/>
              </a:rPr>
              <a:t>https://www.glassdoor.com/Salaries/academic-advisor-salary-SRCH_IM508_KO0,16.htm?clickSource=searchBtn</a:t>
            </a:r>
            <a:endParaRPr sz="11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000">
                <a:latin typeface="Times New Roman"/>
                <a:ea typeface="Times New Roman"/>
                <a:cs typeface="Times New Roman"/>
                <a:sym typeface="Times New Roman"/>
              </a:rPr>
              <a:t>YouTube. (2017). </a:t>
            </a:r>
            <a:r>
              <a:rPr i="1" lang="en" sz="1000">
                <a:latin typeface="Times New Roman"/>
                <a:ea typeface="Times New Roman"/>
                <a:cs typeface="Times New Roman"/>
                <a:sym typeface="Times New Roman"/>
              </a:rPr>
              <a:t>How PeopleSoft Works</a:t>
            </a:r>
            <a:r>
              <a:rPr lang="en" sz="1000">
                <a:latin typeface="Times New Roman"/>
                <a:ea typeface="Times New Roman"/>
                <a:cs typeface="Times New Roman"/>
                <a:sym typeface="Times New Roman"/>
              </a:rPr>
              <a:t>. </a:t>
            </a:r>
            <a:r>
              <a:rPr i="1" lang="en" sz="1000">
                <a:latin typeface="Times New Roman"/>
                <a:ea typeface="Times New Roman"/>
                <a:cs typeface="Times New Roman"/>
                <a:sym typeface="Times New Roman"/>
              </a:rPr>
              <a:t>YouTube</a:t>
            </a:r>
            <a:r>
              <a:rPr lang="en" sz="1000">
                <a:latin typeface="Times New Roman"/>
                <a:ea typeface="Times New Roman"/>
                <a:cs typeface="Times New Roman"/>
                <a:sym typeface="Times New Roman"/>
              </a:rPr>
              <a:t>. Retrieved May 2, 2023, from https://www.youtube.com/watch?v=e6F3AB4iNDo. </a:t>
            </a:r>
            <a:endParaRPr sz="1100">
              <a:latin typeface="Times New Roman"/>
              <a:ea typeface="Times New Roman"/>
              <a:cs typeface="Times New Roman"/>
              <a:sym typeface="Times New Roman"/>
            </a:endParaRPr>
          </a:p>
          <a:p>
            <a:pPr indent="0" lvl="0" marL="457200" rtl="0" algn="l">
              <a:lnSpc>
                <a:spcPct val="200000"/>
              </a:lnSpc>
              <a:spcBef>
                <a:spcPts val="1200"/>
              </a:spcBef>
              <a:spcAft>
                <a:spcPts val="0"/>
              </a:spcAft>
              <a:buNone/>
            </a:pPr>
            <a:r>
              <a:t/>
            </a:r>
            <a:endParaRPr sz="1200">
              <a:solidFill>
                <a:srgbClr val="000000"/>
              </a:solidFill>
              <a:latin typeface="Times New Roman"/>
              <a:ea typeface="Times New Roman"/>
              <a:cs typeface="Times New Roman"/>
              <a:sym typeface="Times New Roman"/>
            </a:endParaRPr>
          </a:p>
        </p:txBody>
      </p:sp>
      <p:grpSp>
        <p:nvGrpSpPr>
          <p:cNvPr id="497" name="Google Shape;497;p44"/>
          <p:cNvGrpSpPr/>
          <p:nvPr/>
        </p:nvGrpSpPr>
        <p:grpSpPr>
          <a:xfrm rot="-2020803">
            <a:off x="8107426" y="429598"/>
            <a:ext cx="480524" cy="513453"/>
            <a:chOff x="5629975" y="3255775"/>
            <a:chExt cx="504500" cy="397500"/>
          </a:xfrm>
        </p:grpSpPr>
        <p:sp>
          <p:nvSpPr>
            <p:cNvPr id="498" name="Google Shape;498;p44"/>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499" name="Google Shape;499;p44"/>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500" name="Google Shape;500;p44"/>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501" name="Google Shape;501;p44"/>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502" name="Google Shape;502;p44"/>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45"/>
          <p:cNvSpPr txBox="1"/>
          <p:nvPr>
            <p:ph type="title"/>
          </p:nvPr>
        </p:nvSpPr>
        <p:spPr>
          <a:xfrm>
            <a:off x="720000" y="2207925"/>
            <a:ext cx="77040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000" u="sng">
                <a:solidFill>
                  <a:schemeClr val="dk1"/>
                </a:solidFill>
              </a:rPr>
              <a:t>Questions?</a:t>
            </a:r>
            <a:endParaRPr sz="5000" u="sng">
              <a:solidFill>
                <a:schemeClr val="dk1"/>
              </a:solidFill>
            </a:endParaRPr>
          </a:p>
        </p:txBody>
      </p:sp>
      <p:grpSp>
        <p:nvGrpSpPr>
          <p:cNvPr id="508" name="Google Shape;508;p45"/>
          <p:cNvGrpSpPr/>
          <p:nvPr/>
        </p:nvGrpSpPr>
        <p:grpSpPr>
          <a:xfrm rot="-2020803">
            <a:off x="1605026" y="3857398"/>
            <a:ext cx="480524" cy="513453"/>
            <a:chOff x="5629975" y="3255775"/>
            <a:chExt cx="504500" cy="397500"/>
          </a:xfrm>
        </p:grpSpPr>
        <p:sp>
          <p:nvSpPr>
            <p:cNvPr id="509" name="Google Shape;509;p45"/>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510" name="Google Shape;510;p45"/>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511" name="Google Shape;511;p45"/>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512" name="Google Shape;512;p45"/>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513" name="Google Shape;513;p45"/>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grpSp>
      <p:grpSp>
        <p:nvGrpSpPr>
          <p:cNvPr id="514" name="Google Shape;514;p45"/>
          <p:cNvGrpSpPr/>
          <p:nvPr/>
        </p:nvGrpSpPr>
        <p:grpSpPr>
          <a:xfrm rot="1959150">
            <a:off x="535047" y="3963010"/>
            <a:ext cx="1016120" cy="846039"/>
            <a:chOff x="5629975" y="3255775"/>
            <a:chExt cx="504500" cy="397500"/>
          </a:xfrm>
        </p:grpSpPr>
        <p:sp>
          <p:nvSpPr>
            <p:cNvPr id="515" name="Google Shape;515;p45"/>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516" name="Google Shape;516;p45"/>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517" name="Google Shape;517;p45"/>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518" name="Google Shape;518;p45"/>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sp>
          <p:nvSpPr>
            <p:cNvPr id="519" name="Google Shape;519;p45"/>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lt1"/>
            </a:solidFill>
            <a:ln cap="flat" cmpd="sng" w="19050">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8FAFB"/>
                </a:solidFill>
                <a:highlight>
                  <a:schemeClr val="dk1"/>
                </a:highlight>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Road Construction Project Proposal by Slidesgo">
  <a:themeElements>
    <a:clrScheme name="Simple Light">
      <a:dk1>
        <a:srgbClr val="FFFFFF"/>
      </a:dk1>
      <a:lt1>
        <a:srgbClr val="191919"/>
      </a:lt1>
      <a:dk2>
        <a:srgbClr val="C32E2E"/>
      </a:dk2>
      <a:lt2>
        <a:srgbClr val="999999"/>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